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ba3c15773c498a" /><Relationship Type="http://schemas.openxmlformats.org/officeDocument/2006/relationships/extended-properties" Target="/docProps/app.xml" Id="R6a14bc32f4a74caf" /><Relationship Type="http://schemas.openxmlformats.org/officeDocument/2006/relationships/officeDocument" Target="/ppt/presentation.xml" Id="R12487e64b05f46b9" /></Relationships>
</file>

<file path=ppt/presentation.xml><?xml version="1.0" encoding="utf-8"?>
<p:presentation xmlns:p="http://schemas.openxmlformats.org/presentationml/2006/main">
  <p:sldMasterIdLst>
    <p:sldMasterId xmlns:r="http://schemas.openxmlformats.org/officeDocument/2006/relationships" id="2147483648" r:id="Rb5eaaaf77b454432"/>
  </p:sldMasterIdLst>
  <p:notesMasterIdLst>
    <p:notesMasterId xmlns:r="http://schemas.openxmlformats.org/officeDocument/2006/relationships" r:id="R475e921e174449e6"/>
  </p:notesMasterIdLst>
  <p:sldIdLst>
    <p:sldId xmlns:r="http://schemas.openxmlformats.org/officeDocument/2006/relationships" id="256" r:id="R231d3721d6614c73"/>
    <p:sldId xmlns:r="http://schemas.openxmlformats.org/officeDocument/2006/relationships" id="257" r:id="Rc8027e382cb8491a"/>
    <p:sldId xmlns:r="http://schemas.openxmlformats.org/officeDocument/2006/relationships" id="258" r:id="R496939e644184495"/>
    <p:sldId xmlns:r="http://schemas.openxmlformats.org/officeDocument/2006/relationships" id="259" r:id="Rbc80b05704eb4e26"/>
    <p:sldId xmlns:r="http://schemas.openxmlformats.org/officeDocument/2006/relationships" id="260" r:id="R661e64300346439f"/>
    <p:sldId xmlns:r="http://schemas.openxmlformats.org/officeDocument/2006/relationships" id="261" r:id="Rdd09816787d54f20"/>
    <p:sldId xmlns:r="http://schemas.openxmlformats.org/officeDocument/2006/relationships" id="262" r:id="Rcb0b509de4b54de6"/>
    <p:sldId xmlns:r="http://schemas.openxmlformats.org/officeDocument/2006/relationships" id="263" r:id="Rd47e0d6d094643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f4941d26f24fff" /><Relationship Type="http://schemas.openxmlformats.org/officeDocument/2006/relationships/slideMaster" Target="/ppt/slideMasters/slideMaster1.xml" Id="Rb5eaaaf77b454432" /><Relationship Type="http://schemas.openxmlformats.org/officeDocument/2006/relationships/notesMaster" Target="/ppt/notesMasters/notesMaster1.xml" Id="R475e921e174449e6" /><Relationship Type="http://schemas.openxmlformats.org/officeDocument/2006/relationships/presProps" Target="/ppt/presProps.xml" Id="Ra716fdeab2e74a33" /><Relationship Type="http://schemas.openxmlformats.org/officeDocument/2006/relationships/tableStyles" Target="/ppt/tableStyles.xml" Id="R2c047a9ce95943cd" /><Relationship Type="http://schemas.openxmlformats.org/officeDocument/2006/relationships/slide" Target="/ppt/slides/slide1.xml" Id="R231d3721d6614c73" /><Relationship Type="http://schemas.openxmlformats.org/officeDocument/2006/relationships/slide" Target="/ppt/slides/slide2.xml" Id="Rc8027e382cb8491a" /><Relationship Type="http://schemas.openxmlformats.org/officeDocument/2006/relationships/slide" Target="/ppt/slides/slide3.xml" Id="R496939e644184495" /><Relationship Type="http://schemas.openxmlformats.org/officeDocument/2006/relationships/slide" Target="/ppt/slides/slide4.xml" Id="Rbc80b05704eb4e26" /><Relationship Type="http://schemas.openxmlformats.org/officeDocument/2006/relationships/slide" Target="/ppt/slides/slide5.xml" Id="R661e64300346439f" /><Relationship Type="http://schemas.openxmlformats.org/officeDocument/2006/relationships/slide" Target="/ppt/slides/slide6.xml" Id="Rdd09816787d54f20" /><Relationship Type="http://schemas.openxmlformats.org/officeDocument/2006/relationships/slide" Target="/ppt/slides/slide7.xml" Id="Rcb0b509de4b54de6" /><Relationship Type="http://schemas.openxmlformats.org/officeDocument/2006/relationships/slide" Target="/ppt/slides/slide8.xml" Id="Rd47e0d6d094643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02153fd9bd46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44b03a41154284" /><Relationship Type="http://schemas.openxmlformats.org/officeDocument/2006/relationships/notesMaster" Target="/ppt/notesMasters/notesMaster1.xml" Id="R4643b911828f40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14864d56d7488d" /><Relationship Type="http://schemas.openxmlformats.org/officeDocument/2006/relationships/notesMaster" Target="/ppt/notesMasters/notesMaster1.xml" Id="R200fa56958a44b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5523a2c3014431" /><Relationship Type="http://schemas.openxmlformats.org/officeDocument/2006/relationships/notesMaster" Target="/ppt/notesMasters/notesMaster1.xml" Id="Rc7deb28b5c854c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4d54bbbb994718" /><Relationship Type="http://schemas.openxmlformats.org/officeDocument/2006/relationships/notesMaster" Target="/ppt/notesMasters/notesMaster1.xml" Id="R9ec7529e3b014f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d7574f479a44cf" /><Relationship Type="http://schemas.openxmlformats.org/officeDocument/2006/relationships/notesMaster" Target="/ppt/notesMasters/notesMaster1.xml" Id="Rdc0905d9c9d34e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fd59a3b8d64805" /><Relationship Type="http://schemas.openxmlformats.org/officeDocument/2006/relationships/notesMaster" Target="/ppt/notesMasters/notesMaster1.xml" Id="R76923337122447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50c2a715244d4b" /><Relationship Type="http://schemas.openxmlformats.org/officeDocument/2006/relationships/notesMaster" Target="/ppt/notesMasters/notesMaster1.xml" Id="Re9973be0f4f94b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0c06e34cb34ff7" /><Relationship Type="http://schemas.openxmlformats.org/officeDocument/2006/relationships/notesMaster" Target="/ppt/notesMasters/notesMaster1.xml" Id="R115259fcb98744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Release overview. The skill adapts its work to the audience, material and destination. This presentation describes workflow guidance, not a guarantee of universal quality. The linked gallery is inspiration and reported examples, not a benchmark.</a:t>
            </a:r>
          </a:p>
          <a:p xmlns:a="http://schemas.openxmlformats.org/drawingml/2006/main">
            <a:r>
              <a:t/>
            </a:r>
          </a:p>
          <a:p xmlns:a="http://schemas.openxmlformats.org/drawingml/2006/main">
            <a:r>
              <a:t>Sources:</a:t>
            </a:r>
          </a:p>
          <a:p xmlns:a="http://schemas.openxmlformats.org/drawingml/2006/main">
            <a:r>
              <a:t>SKILL.md and references in the adaptive-animation-skill release.</a:t>
            </a:r>
          </a:p>
          <a:p xmlns:a="http://schemas.openxmlformats.org/drawingml/2006/main">
            <a:r>
              <a:t>https://github.com/yihui-dev/awesome-opus5-5-videos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craft priorities in the animation skill. They are design guidance to apply in context. Stillness is intentional when it supports comprehension or anticipation; constant movement is not a quality target.</a:t>
            </a:r>
          </a:p>
          <a:p xmlns:a="http://schemas.openxmlformats.org/drawingml/2006/main">
            <a:r>
              <a:t/>
            </a:r>
          </a:p>
          <a:p xmlns:a="http://schemas.openxmlformats.org/drawingml/2006/main">
            <a:r>
              <a:t>Sources:</a:t>
            </a:r>
          </a:p>
          <a:p xmlns:a="http://schemas.openxmlformats.org/drawingml/2006/main">
            <a:r>
              <a:t>SKILL.md and references in the adaptive-animation-skill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path: brief, craft, build, render and review, check the receiving application, then deliver. Review findings return to craft; handoff defects return to build. Simple tasks can combine stages. The standalone SVG contains more explicit branch labels and is the detailed editable master.</a:t>
            </a:r>
          </a:p>
          <a:p xmlns:a="http://schemas.openxmlformats.org/drawingml/2006/main">
            <a:r>
              <a:t/>
            </a:r>
          </a:p>
          <a:p xmlns:a="http://schemas.openxmlformats.org/drawingml/2006/main">
            <a:r>
              <a:t>Sources:</a:t>
            </a:r>
          </a:p>
          <a:p xmlns:a="http://schemas.openxmlformats.org/drawingml/2006/main">
            <a:r>
              <a:t>SKILL.md and references in the adaptive-animation-skill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Deterministic means the same declared inputs yield the same evaluated frame. Remotion explains why per-frame rendering must be independent of render order. GSAP seek supports timeline positioning. W3C explains user control for qualifying automatically moving content. This deck does not claim that every renderer or interactive application has been verified.</a:t>
            </a:r>
          </a:p>
          <a:p xmlns:a="http://schemas.openxmlformats.org/drawingml/2006/main">
            <a:r>
              <a:t/>
            </a:r>
          </a:p>
          <a:p xmlns:a="http://schemas.openxmlformats.org/drawingml/2006/main">
            <a:r>
              <a:t>Sources:</a:t>
            </a:r>
          </a:p>
          <a:p xmlns:a="http://schemas.openxmlformats.org/drawingml/2006/main">
            <a:r>
              <a:t>https://www.remotion.dev/docs/flickering</a:t>
            </a:r>
          </a:p>
          <a:p xmlns:a="http://schemas.openxmlformats.org/drawingml/2006/main">
            <a:r>
              <a:t>https://gsap.com/docs/v3/GSAP/Timeline/seek()/</a:t>
            </a:r>
          </a:p>
          <a:p xmlns:a="http://schemas.openxmlformats.org/drawingml/2006/main">
            <a:r>
              <a:t>https://www.w3.org/WAI/WCAG22/Understanding/pause-stop-hide.html</a:t>
            </a:r>
          </a:p>
          <a:p xmlns:a="http://schemas.openxmlformats.org/drawingml/2006/main">
            <a:r>
              <a:t>SKILL.md and references in the adaptive-animation-skill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installed skills route to native editorial, browser motion, 3D and scientific animation workflows. Tool names are not an exhaustive whitelist. Rendering an image or exporting an interchange file does not prove the receiving application preserves editing controls. Three.js also documents explicit resource disposal, relevant to repeated live iterations.</a:t>
            </a:r>
          </a:p>
          <a:p xmlns:a="http://schemas.openxmlformats.org/drawingml/2006/main">
            <a:r>
              <a:t/>
            </a:r>
          </a:p>
          <a:p xmlns:a="http://schemas.openxmlformats.org/drawingml/2006/main">
            <a:r>
              <a:t>Sources:</a:t>
            </a:r>
          </a:p>
          <a:p xmlns:a="http://schemas.openxmlformats.org/drawingml/2006/main">
            <a:r>
              <a:t>SKILL.md and references in the adaptive-animation-skill release.</a:t>
            </a:r>
          </a:p>
          <a:p xmlns:a="http://schemas.openxmlformats.org/drawingml/2006/main">
            <a:r>
              <a:t>https://threejs.org/manual/pages/cleanup.html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acceptance categories, not claims that all checks have passed for all outputs. Match testing to actual risk. If a reviewer cannot receive motion or audio, report that limitation and use stills, structural checks and a timestamped review prompt without pretending they replace playback.</a:t>
            </a:r>
          </a:p>
          <a:p xmlns:a="http://schemas.openxmlformats.org/drawingml/2006/main">
            <a:r>
              <a:t/>
            </a:r>
          </a:p>
          <a:p xmlns:a="http://schemas.openxmlformats.org/drawingml/2006/main">
            <a:r>
              <a:t>Sources:</a:t>
            </a:r>
          </a:p>
          <a:p xmlns:a="http://schemas.openxmlformats.org/drawingml/2006/main">
            <a:r>
              <a:t>SKILL.md and references in the adaptive-animation-skill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release aims to make local runtime defaults portable without embedding the author's home-directory configuration in the public package. Reproduction and recovery notes are requirements for handoff. They do not establish compatibility with all future tools or versions.</a:t>
            </a:r>
          </a:p>
          <a:p xmlns:a="http://schemas.openxmlformats.org/drawingml/2006/main">
            <a:r>
              <a:t/>
            </a:r>
          </a:p>
          <a:p xmlns:a="http://schemas.openxmlformats.org/drawingml/2006/main">
            <a:r>
              <a:t>Sources:</a:t>
            </a:r>
          </a:p>
          <a:p xmlns:a="http://schemas.openxmlformats.org/drawingml/2006/main">
            <a:r>
              <a:t>SKILL.md and references in the adaptive-animation-skill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prompt, not a recorded user result. Release repository: https://github.com/nazeeh111/adaptive-animation-skill (publication status must be confirmed separately). This presentation makes no universal quality, performance or future-compatibility claims.</a:t>
            </a:r>
          </a:p>
          <a:p xmlns:a="http://schemas.openxmlformats.org/drawingml/2006/main">
            <a:r>
              <a:t/>
            </a:r>
          </a:p>
          <a:p xmlns:a="http://schemas.openxmlformats.org/drawingml/2006/main">
            <a:r>
              <a:t>Sources:</a:t>
            </a:r>
          </a:p>
          <a:p xmlns:a="http://schemas.openxmlformats.org/drawingml/2006/main">
            <a:r>
              <a:t>SKILL.md and references in the adaptive-animation-skill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bfa1172dc145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76de32bdb5405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a896c6f11d45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0c919ba23a4d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9c2491363c41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e883a5915d45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D368FB-9E0F-437A-BF6A-EF459D5E64F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F7BEC0-EF68-4262-A47D-F11AF7E44D8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878D1FC-8F82-419A-880E-35B6B87F1F5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AB0165-3B4F-47B4-8CA9-0364D933AC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9DCD8B-45DE-4DFE-935F-4D10D5A2341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D401B7F-699A-429E-8942-28A24ED5BD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D78C2C-569A-489D-B1EA-19479F1C4A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10AB4D8-8E38-4B77-8CF9-0BA0FB7AA41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2FD60A-8A22-4469-8D06-68EF2B053E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1798EF-5252-4BE9-AC3B-A24C42D0387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bdbdfef08741e9" /><Relationship Type="http://schemas.openxmlformats.org/officeDocument/2006/relationships/slideLayout" Target="/ppt/slideLayouts/slideLayout1.xml" Id="R5230708821114542" /><Relationship Type="http://schemas.openxmlformats.org/officeDocument/2006/relationships/slideLayout" Target="/ppt/slideLayouts/slideLayout2.xml" Id="R7844fa0c8e5648d4" /><Relationship Type="http://schemas.openxmlformats.org/officeDocument/2006/relationships/slideLayout" Target="/ppt/slideLayouts/slideLayout3.xml" Id="R5cbc1d49f2fa4ddb" /><Relationship Type="http://schemas.openxmlformats.org/officeDocument/2006/relationships/slideLayout" Target="/ppt/slideLayouts/slideLayout4.xml" Id="R4796bde6406146ef" /><Relationship Type="http://schemas.openxmlformats.org/officeDocument/2006/relationships/slideLayout" Target="/ppt/slideLayouts/slideLayout5.xml" Id="R47221c2dcd734a24" /><Relationship Type="http://schemas.openxmlformats.org/officeDocument/2006/relationships/slideLayout" Target="/ppt/slideLayouts/slideLayout6.xml" Id="Rbadb5625a10c4f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30708821114542"/>
    <p:sldLayoutId xmlns:r="http://schemas.openxmlformats.org/officeDocument/2006/relationships" id="2147483650" r:id="R7844fa0c8e5648d4"/>
    <p:sldLayoutId xmlns:r="http://schemas.openxmlformats.org/officeDocument/2006/relationships" id="2147483651" r:id="R5cbc1d49f2fa4ddb"/>
    <p:sldLayoutId xmlns:r="http://schemas.openxmlformats.org/officeDocument/2006/relationships" id="2147483652" r:id="R4796bde6406146ef"/>
    <p:sldLayoutId xmlns:r="http://schemas.openxmlformats.org/officeDocument/2006/relationships" id="2147483653" r:id="R47221c2dcd734a24"/>
    <p:sldLayoutId xmlns:r="http://schemas.openxmlformats.org/officeDocument/2006/relationships" id="2147483654" r:id="Rbadb5625a10c4f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d45b73200845fb" /><Relationship Type="http://schemas.openxmlformats.org/officeDocument/2006/relationships/notesSlide" Target="/ppt/notesSlides/notesSlide1.xml" Id="R70208eb72de144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9b323012f604990" /><Relationship Type="http://schemas.openxmlformats.org/officeDocument/2006/relationships/notesSlide" Target="/ppt/notesSlides/notesSlide2.xml" Id="Ra16ad653a02847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10909a1d0d540f9" /><Relationship Type="http://schemas.openxmlformats.org/officeDocument/2006/relationships/notesSlide" Target="/ppt/notesSlides/notesSlide3.xml" Id="R47afa368548645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0511d510f04841" /><Relationship Type="http://schemas.openxmlformats.org/officeDocument/2006/relationships/notesSlide" Target="/ppt/notesSlides/notesSlide4.xml" Id="R3c69fcc8585a4a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6f5764b6d74d6d" /><Relationship Type="http://schemas.openxmlformats.org/officeDocument/2006/relationships/notesSlide" Target="/ppt/notesSlides/notesSlide5.xml" Id="R02cc94ecd67543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02cf53269444aaa" /><Relationship Type="http://schemas.openxmlformats.org/officeDocument/2006/relationships/notesSlide" Target="/ppt/notesSlides/notesSlide6.xml" Id="R5932d462fa124e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2a223a7878f4eaf" /><Relationship Type="http://schemas.openxmlformats.org/officeDocument/2006/relationships/notesSlide" Target="/ppt/notesSlides/notesSlide7.xml" Id="R9f16b4406f1a42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235d546660643f5" /><Relationship Type="http://schemas.openxmlformats.org/officeDocument/2006/relationships/notesSlide" Target="/ppt/notesSlides/notesSlide8.xml" Id="R1fe1aca8854644f5" /></Relationships>
</file>

<file path=ppt/slides/slide1.xml><?xml version="1.0" encoding="utf-8"?>
<p:sld xmlns:p="http://schemas.openxmlformats.org/presentationml/2006/main">
  <p:cSld>
    <p:bg>
      <p:bgPr>
        <a:solidFill xmlns:a="http://schemas.openxmlformats.org/drawingml/2006/main">
          <a:srgbClr val="16242B"/>
        </a:solidFill>
      </p:bgPr>
    </p:bg>
    <p:spTree>
      <p:nvGrpSpPr>
        <p:cNvPr id="1" name=""/>
        <p:cNvGrpSpPr/>
        <p:nvPr/>
      </p:nvGrpSpPr>
      <p:grpSpPr>
        <a:xfrm xmlns:a="http://schemas.openxmlformats.org/drawingml/2006/main"/>
      </p:grpSpPr>
      <p:sp>
        <p:nvSpPr>
          <p:cNvPr id="4" name="cover-title">
            <a:extLst xmlns:a="http://schemas.openxmlformats.org/drawingml/2006/main">
              <a:ext uri="{FF2B5EF4-FFF2-40B4-BE49-F238E27FC236}">
                <a16:creationId xmlns:a16="http://schemas.microsoft.com/office/drawing/2014/main" id="{B21670B2-5EB9-418F-B334-208B2EB35F5D}"/>
              </a:ext>
            </a:extLst>
          </p:cNvPr>
          <p:cNvSpPr>
            <a:spLocks xmlns:a="http://schemas.openxmlformats.org/drawingml/2006/main" noGrp="1"/>
          </p:cNvSpPr>
          <p:nvPr/>
        </p:nvSpPr>
        <p:spPr>
          <a:xfrm xmlns:a="http://schemas.openxmlformats.org/drawingml/2006/main">
            <a:off x="628650" y="1219200"/>
            <a:ext cx="1076325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6000" b="1">
                <a:solidFill>
                  <a:srgbClr val="F4F7FA"/>
                </a:solidFill>
                <a:latin typeface="Arial"/>
                <a:ea typeface="Arial"/>
                <a:cs typeface="Arial"/>
              </a:defRPr>
            </a:defPPr>
            <a:lvl1pPr algn="l">
              <a:defRPr sz="6000" b="1">
                <a:solidFill>
                  <a:srgbClr val="F4F7FA"/>
                </a:solidFill>
                <a:latin typeface="Arial"/>
                <a:ea typeface="Arial"/>
                <a:cs typeface="Arial"/>
              </a:defRPr>
            </a:lvl1pPr>
            <a:lvl2pPr algn="l">
              <a:defRPr sz="6000" b="1">
                <a:solidFill>
                  <a:srgbClr val="F4F7FA"/>
                </a:solidFill>
                <a:latin typeface="Arial"/>
                <a:ea typeface="Arial"/>
                <a:cs typeface="Arial"/>
              </a:defRPr>
            </a:lvl2pPr>
            <a:lvl3pPr algn="l">
              <a:defRPr sz="6000" b="1">
                <a:solidFill>
                  <a:srgbClr val="F4F7FA"/>
                </a:solidFill>
                <a:latin typeface="Arial"/>
                <a:ea typeface="Arial"/>
                <a:cs typeface="Arial"/>
              </a:defRPr>
            </a:lvl3pPr>
            <a:lvl4pPr algn="l">
              <a:defRPr sz="6000" b="1">
                <a:solidFill>
                  <a:srgbClr val="F4F7FA"/>
                </a:solidFill>
                <a:latin typeface="Arial"/>
                <a:ea typeface="Arial"/>
                <a:cs typeface="Arial"/>
              </a:defRPr>
            </a:lvl4pPr>
            <a:lvl5pPr algn="l">
              <a:defRPr sz="6000" b="1">
                <a:solidFill>
                  <a:srgbClr val="F4F7FA"/>
                </a:solidFill>
                <a:latin typeface="Arial"/>
                <a:ea typeface="Arial"/>
                <a:cs typeface="Arial"/>
              </a:defRPr>
            </a:lvl5pPr>
            <a:lvl6pPr algn="l">
              <a:defRPr sz="6000" b="1">
                <a:solidFill>
                  <a:srgbClr val="F4F7FA"/>
                </a:solidFill>
                <a:latin typeface="Arial"/>
                <a:ea typeface="Arial"/>
                <a:cs typeface="Arial"/>
              </a:defRPr>
            </a:lvl6pPr>
            <a:lvl7pPr algn="l">
              <a:defRPr sz="6000" b="1">
                <a:solidFill>
                  <a:srgbClr val="F4F7FA"/>
                </a:solidFill>
                <a:latin typeface="Arial"/>
                <a:ea typeface="Arial"/>
                <a:cs typeface="Arial"/>
              </a:defRPr>
            </a:lvl7pPr>
            <a:lvl8pPr algn="l">
              <a:defRPr sz="6000" b="1">
                <a:solidFill>
                  <a:srgbClr val="F4F7FA"/>
                </a:solidFill>
                <a:latin typeface="Arial"/>
                <a:ea typeface="Arial"/>
                <a:cs typeface="Arial"/>
              </a:defRPr>
            </a:lvl8pPr>
            <a:lvl9pPr algn="l">
              <a:defRPr sz="6000" b="1">
                <a:solidFill>
                  <a:srgbClr val="F4F7FA"/>
                </a:solidFill>
                <a:latin typeface="Arial"/>
                <a:ea typeface="Arial"/>
                <a:cs typeface="Arial"/>
              </a:defRPr>
            </a:lvl9pPr>
          </a:lstStyle>
          <a:p xmlns:a="http://schemas.openxmlformats.org/drawingml/2006/main">
            <a:pPr algn="l">
              <a:defRPr sz="6000" b="1">
                <a:solidFill>
                  <a:srgbClr val="F4F7FA"/>
                </a:solidFill>
                <a:latin typeface="Arial"/>
                <a:ea typeface="Arial"/>
                <a:cs typeface="Arial"/>
              </a:defRPr>
            </a:pPr>
            <a:r>
              <a:rPr sz="6000" b="1">
                <a:solidFill>
                  <a:srgbClr val="F4F7FA"/>
                </a:solidFill>
                <a:latin typeface="Arial"/>
                <a:ea typeface="Arial"/>
                <a:cs typeface="Arial"/>
              </a:rPr>
              <a:t>Animation that</a:t>
            </a:r>
          </a:p>
          <a:p xmlns:a="http://schemas.openxmlformats.org/drawingml/2006/main">
            <a:pPr algn="l">
              <a:defRPr sz="6000" b="1">
                <a:solidFill>
                  <a:srgbClr val="F4F7FA"/>
                </a:solidFill>
                <a:latin typeface="Arial"/>
                <a:ea typeface="Arial"/>
                <a:cs typeface="Arial"/>
              </a:defRPr>
            </a:pPr>
            <a:r>
              <a:rPr sz="6000" b="1">
                <a:solidFill>
                  <a:srgbClr val="F4F7FA"/>
                </a:solidFill>
                <a:latin typeface="Arial"/>
                <a:ea typeface="Arial"/>
                <a:cs typeface="Arial"/>
              </a:rPr>
              <a:t>serves the idea</a:t>
            </a:r>
          </a:p>
        </p:txBody>
      </p:sp>
      <p:sp>
        <p:nvSpPr>
          <p:cNvPr id="2" name="cover-subtitle">
            <a:extLst xmlns:a="http://schemas.openxmlformats.org/drawingml/2006/main">
              <a:ext uri="{FF2B5EF4-FFF2-40B4-BE49-F238E27FC236}">
                <a16:creationId xmlns:a16="http://schemas.microsoft.com/office/drawing/2014/main" id="{3A4AB5D1-A4CE-46C3-B4BD-49D6B91A103A}"/>
              </a:ext>
            </a:extLst>
          </p:cNvPr>
          <p:cNvSpPr>
            <a:spLocks xmlns:a="http://schemas.openxmlformats.org/drawingml/2006/main" noGrp="1"/>
          </p:cNvSpPr>
          <p:nvPr/>
        </p:nvSpPr>
        <p:spPr>
          <a:xfrm xmlns:a="http://schemas.openxmlformats.org/drawingml/2006/main">
            <a:off x="666750" y="3962400"/>
            <a:ext cx="1009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250" b="0">
                <a:solidFill>
                  <a:srgbClr val="DCEEEF"/>
                </a:solidFill>
                <a:latin typeface="Arial"/>
                <a:ea typeface="Arial"/>
                <a:cs typeface="Arial"/>
              </a:defRPr>
            </a:defPPr>
            <a:lvl1pPr algn="l">
              <a:defRPr sz="2250" b="0">
                <a:solidFill>
                  <a:srgbClr val="DCEEEF"/>
                </a:solidFill>
                <a:latin typeface="Arial"/>
                <a:ea typeface="Arial"/>
                <a:cs typeface="Arial"/>
              </a:defRPr>
            </a:lvl1pPr>
            <a:lvl2pPr algn="l">
              <a:defRPr sz="2250" b="0">
                <a:solidFill>
                  <a:srgbClr val="DCEEEF"/>
                </a:solidFill>
                <a:latin typeface="Arial"/>
                <a:ea typeface="Arial"/>
                <a:cs typeface="Arial"/>
              </a:defRPr>
            </a:lvl2pPr>
            <a:lvl3pPr algn="l">
              <a:defRPr sz="2250" b="0">
                <a:solidFill>
                  <a:srgbClr val="DCEEEF"/>
                </a:solidFill>
                <a:latin typeface="Arial"/>
                <a:ea typeface="Arial"/>
                <a:cs typeface="Arial"/>
              </a:defRPr>
            </a:lvl3pPr>
            <a:lvl4pPr algn="l">
              <a:defRPr sz="2250" b="0">
                <a:solidFill>
                  <a:srgbClr val="DCEEEF"/>
                </a:solidFill>
                <a:latin typeface="Arial"/>
                <a:ea typeface="Arial"/>
                <a:cs typeface="Arial"/>
              </a:defRPr>
            </a:lvl4pPr>
            <a:lvl5pPr algn="l">
              <a:defRPr sz="2250" b="0">
                <a:solidFill>
                  <a:srgbClr val="DCEEEF"/>
                </a:solidFill>
                <a:latin typeface="Arial"/>
                <a:ea typeface="Arial"/>
                <a:cs typeface="Arial"/>
              </a:defRPr>
            </a:lvl5pPr>
            <a:lvl6pPr algn="l">
              <a:defRPr sz="2250" b="0">
                <a:solidFill>
                  <a:srgbClr val="DCEEEF"/>
                </a:solidFill>
                <a:latin typeface="Arial"/>
                <a:ea typeface="Arial"/>
                <a:cs typeface="Arial"/>
              </a:defRPr>
            </a:lvl6pPr>
            <a:lvl7pPr algn="l">
              <a:defRPr sz="2250" b="0">
                <a:solidFill>
                  <a:srgbClr val="DCEEEF"/>
                </a:solidFill>
                <a:latin typeface="Arial"/>
                <a:ea typeface="Arial"/>
                <a:cs typeface="Arial"/>
              </a:defRPr>
            </a:lvl7pPr>
            <a:lvl8pPr algn="l">
              <a:defRPr sz="2250" b="0">
                <a:solidFill>
                  <a:srgbClr val="DCEEEF"/>
                </a:solidFill>
                <a:latin typeface="Arial"/>
                <a:ea typeface="Arial"/>
                <a:cs typeface="Arial"/>
              </a:defRPr>
            </a:lvl8pPr>
            <a:lvl9pPr algn="l">
              <a:defRPr sz="2250" b="0">
                <a:solidFill>
                  <a:srgbClr val="DCEEEF"/>
                </a:solidFill>
                <a:latin typeface="Arial"/>
                <a:ea typeface="Arial"/>
                <a:cs typeface="Arial"/>
              </a:defRPr>
            </a:lvl9pPr>
          </a:lstStyle>
          <a:p xmlns:a="http://schemas.openxmlformats.org/drawingml/2006/main">
            <a:pPr algn="l">
              <a:defRPr sz="2250" b="0">
                <a:solidFill>
                  <a:srgbClr val="DCEEEF"/>
                </a:solidFill>
                <a:latin typeface="Arial"/>
                <a:ea typeface="Arial"/>
                <a:cs typeface="Arial"/>
              </a:defRPr>
            </a:pPr>
            <a:r>
              <a:rPr sz="2250" b="0">
                <a:solidFill>
                  <a:srgbClr val="DCEEEF"/>
                </a:solidFill>
                <a:latin typeface="Arial"/>
                <a:ea typeface="Arial"/>
                <a:cs typeface="Arial"/>
              </a:rPr>
              <a:t>An adaptive production skill for finished motion,</a:t>
            </a:r>
          </a:p>
          <a:p xmlns:a="http://schemas.openxmlformats.org/drawingml/2006/main">
            <a:pPr algn="l">
              <a:defRPr sz="2250" b="0">
                <a:solidFill>
                  <a:srgbClr val="DCEEEF"/>
                </a:solidFill>
                <a:latin typeface="Arial"/>
                <a:ea typeface="Arial"/>
                <a:cs typeface="Arial"/>
              </a:defRPr>
            </a:pPr>
            <a:r>
              <a:rPr sz="2250" b="0">
                <a:solidFill>
                  <a:srgbClr val="DCEEEF"/>
                </a:solidFill>
                <a:latin typeface="Arial"/>
                <a:ea typeface="Arial"/>
                <a:cs typeface="Arial"/>
              </a:rPr>
              <a:t>editable sources and evidence that matches the claim.</a:t>
            </a:r>
          </a:p>
        </p:txBody>
      </p:sp>
      <p:sp>
        <p:nvSpPr>
          <p:cNvPr id="3" name="cover-release">
            <a:extLst xmlns:a="http://schemas.openxmlformats.org/drawingml/2006/main">
              <a:ext uri="{FF2B5EF4-FFF2-40B4-BE49-F238E27FC236}">
                <a16:creationId xmlns:a16="http://schemas.microsoft.com/office/drawing/2014/main" id="{7E5A3473-C760-492B-84D3-7F14A8DD98E9}"/>
              </a:ext>
            </a:extLst>
          </p:cNvPr>
          <p:cNvSpPr>
            <a:spLocks xmlns:a="http://schemas.openxmlformats.org/drawingml/2006/main" noGrp="1"/>
          </p:cNvSpPr>
          <p:nvPr/>
        </p:nvSpPr>
        <p:spPr>
          <a:xfrm xmlns:a="http://schemas.openxmlformats.org/drawingml/2006/main">
            <a:off x="666750" y="5876925"/>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DCEEEF"/>
                </a:solidFill>
                <a:latin typeface="Arial"/>
                <a:ea typeface="Arial"/>
                <a:cs typeface="Arial"/>
              </a:defRPr>
            </a:defPPr>
            <a:lvl1pPr algn="l">
              <a:defRPr sz="1350" b="1">
                <a:solidFill>
                  <a:srgbClr val="DCEEEF"/>
                </a:solidFill>
                <a:latin typeface="Arial"/>
                <a:ea typeface="Arial"/>
                <a:cs typeface="Arial"/>
              </a:defRPr>
            </a:lvl1pPr>
            <a:lvl2pPr algn="l">
              <a:defRPr sz="1350" b="1">
                <a:solidFill>
                  <a:srgbClr val="DCEEEF"/>
                </a:solidFill>
                <a:latin typeface="Arial"/>
                <a:ea typeface="Arial"/>
                <a:cs typeface="Arial"/>
              </a:defRPr>
            </a:lvl2pPr>
            <a:lvl3pPr algn="l">
              <a:defRPr sz="1350" b="1">
                <a:solidFill>
                  <a:srgbClr val="DCEEEF"/>
                </a:solidFill>
                <a:latin typeface="Arial"/>
                <a:ea typeface="Arial"/>
                <a:cs typeface="Arial"/>
              </a:defRPr>
            </a:lvl3pPr>
            <a:lvl4pPr algn="l">
              <a:defRPr sz="1350" b="1">
                <a:solidFill>
                  <a:srgbClr val="DCEEEF"/>
                </a:solidFill>
                <a:latin typeface="Arial"/>
                <a:ea typeface="Arial"/>
                <a:cs typeface="Arial"/>
              </a:defRPr>
            </a:lvl4pPr>
            <a:lvl5pPr algn="l">
              <a:defRPr sz="1350" b="1">
                <a:solidFill>
                  <a:srgbClr val="DCEEEF"/>
                </a:solidFill>
                <a:latin typeface="Arial"/>
                <a:ea typeface="Arial"/>
                <a:cs typeface="Arial"/>
              </a:defRPr>
            </a:lvl5pPr>
            <a:lvl6pPr algn="l">
              <a:defRPr sz="1350" b="1">
                <a:solidFill>
                  <a:srgbClr val="DCEEEF"/>
                </a:solidFill>
                <a:latin typeface="Arial"/>
                <a:ea typeface="Arial"/>
                <a:cs typeface="Arial"/>
              </a:defRPr>
            </a:lvl6pPr>
            <a:lvl7pPr algn="l">
              <a:defRPr sz="1350" b="1">
                <a:solidFill>
                  <a:srgbClr val="DCEEEF"/>
                </a:solidFill>
                <a:latin typeface="Arial"/>
                <a:ea typeface="Arial"/>
                <a:cs typeface="Arial"/>
              </a:defRPr>
            </a:lvl7pPr>
            <a:lvl8pPr algn="l">
              <a:defRPr sz="1350" b="1">
                <a:solidFill>
                  <a:srgbClr val="DCEEEF"/>
                </a:solidFill>
                <a:latin typeface="Arial"/>
                <a:ea typeface="Arial"/>
                <a:cs typeface="Arial"/>
              </a:defRPr>
            </a:lvl8pPr>
            <a:lvl9pPr algn="l">
              <a:defRPr sz="1350" b="1">
                <a:solidFill>
                  <a:srgbClr val="DCEEEF"/>
                </a:solidFill>
                <a:latin typeface="Arial"/>
                <a:ea typeface="Arial"/>
                <a:cs typeface="Arial"/>
              </a:defRPr>
            </a:lvl9pPr>
          </a:lstStyle>
          <a:p xmlns:a="http://schemas.openxmlformats.org/drawingml/2006/main">
            <a:pPr algn="l">
              <a:defRPr sz="1350" b="1">
                <a:solidFill>
                  <a:srgbClr val="DCEEEF"/>
                </a:solidFill>
                <a:latin typeface="Arial"/>
                <a:ea typeface="Arial"/>
                <a:cs typeface="Arial"/>
              </a:defRPr>
            </a:pPr>
            <a:r>
              <a:rPr sz="1350" b="1">
                <a:solidFill>
                  <a:srgbClr val="DCEEEF"/>
                </a:solidFill>
                <a:latin typeface="Arial"/>
                <a:ea typeface="Arial"/>
                <a:cs typeface="Arial"/>
              </a:rPr>
              <a:t>ADAPTIVE ANIMATION SKILL</a:t>
            </a:r>
          </a:p>
        </p:txBody>
      </p:sp>
    </p:spTree>
    <p:extLst>
      <p:ext uri="{BB962C8B-B14F-4D97-AF65-F5344CB8AC3E}">
        <p14:creationId xmlns:p14="http://schemas.microsoft.com/office/powerpoint/2010/main" val="626155344"/>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A2F24979-7484-4CB5-B528-382F1CD29161}"/>
              </a:ext>
            </a:extLst>
          </p:cNvPr>
          <p:cNvSpPr>
            <a:spLocks xmlns:a="http://schemas.openxmlformats.org/drawingml/2006/main" noGrp="1"/>
          </p:cNvSpPr>
          <p:nvPr/>
        </p:nvSpPr>
        <p:spPr>
          <a:xfrm xmlns:a="http://schemas.openxmlformats.org/drawingml/2006/main">
            <a:off x="628650" y="447675"/>
            <a:ext cx="10934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450" b="1">
                <a:solidFill>
                  <a:srgbClr val="16242B"/>
                </a:solidFill>
                <a:latin typeface="Arial"/>
                <a:ea typeface="Arial"/>
                <a:cs typeface="Arial"/>
              </a:defRPr>
            </a:defPPr>
            <a:lvl1pPr algn="l">
              <a:defRPr sz="3450" b="1">
                <a:solidFill>
                  <a:srgbClr val="16242B"/>
                </a:solidFill>
                <a:latin typeface="Arial"/>
                <a:ea typeface="Arial"/>
                <a:cs typeface="Arial"/>
              </a:defRPr>
            </a:lvl1pPr>
            <a:lvl2pPr algn="l">
              <a:defRPr sz="3450" b="1">
                <a:solidFill>
                  <a:srgbClr val="16242B"/>
                </a:solidFill>
                <a:latin typeface="Arial"/>
                <a:ea typeface="Arial"/>
                <a:cs typeface="Arial"/>
              </a:defRPr>
            </a:lvl2pPr>
            <a:lvl3pPr algn="l">
              <a:defRPr sz="3450" b="1">
                <a:solidFill>
                  <a:srgbClr val="16242B"/>
                </a:solidFill>
                <a:latin typeface="Arial"/>
                <a:ea typeface="Arial"/>
                <a:cs typeface="Arial"/>
              </a:defRPr>
            </a:lvl3pPr>
            <a:lvl4pPr algn="l">
              <a:defRPr sz="3450" b="1">
                <a:solidFill>
                  <a:srgbClr val="16242B"/>
                </a:solidFill>
                <a:latin typeface="Arial"/>
                <a:ea typeface="Arial"/>
                <a:cs typeface="Arial"/>
              </a:defRPr>
            </a:lvl4pPr>
            <a:lvl5pPr algn="l">
              <a:defRPr sz="3450" b="1">
                <a:solidFill>
                  <a:srgbClr val="16242B"/>
                </a:solidFill>
                <a:latin typeface="Arial"/>
                <a:ea typeface="Arial"/>
                <a:cs typeface="Arial"/>
              </a:defRPr>
            </a:lvl5pPr>
            <a:lvl6pPr algn="l">
              <a:defRPr sz="3450" b="1">
                <a:solidFill>
                  <a:srgbClr val="16242B"/>
                </a:solidFill>
                <a:latin typeface="Arial"/>
                <a:ea typeface="Arial"/>
                <a:cs typeface="Arial"/>
              </a:defRPr>
            </a:lvl6pPr>
            <a:lvl7pPr algn="l">
              <a:defRPr sz="3450" b="1">
                <a:solidFill>
                  <a:srgbClr val="16242B"/>
                </a:solidFill>
                <a:latin typeface="Arial"/>
                <a:ea typeface="Arial"/>
                <a:cs typeface="Arial"/>
              </a:defRPr>
            </a:lvl7pPr>
            <a:lvl8pPr algn="l">
              <a:defRPr sz="3450" b="1">
                <a:solidFill>
                  <a:srgbClr val="16242B"/>
                </a:solidFill>
                <a:latin typeface="Arial"/>
                <a:ea typeface="Arial"/>
                <a:cs typeface="Arial"/>
              </a:defRPr>
            </a:lvl8pPr>
            <a:lvl9pPr algn="l">
              <a:defRPr sz="3450" b="1">
                <a:solidFill>
                  <a:srgbClr val="16242B"/>
                </a:solidFill>
                <a:latin typeface="Arial"/>
                <a:ea typeface="Arial"/>
                <a:cs typeface="Arial"/>
              </a:defRPr>
            </a:lvl9pPr>
          </a:lstStyle>
          <a:p xmlns:a="http://schemas.openxmlformats.org/drawingml/2006/main">
            <a:pPr algn="l">
              <a:defRPr sz="3450" b="1">
                <a:solidFill>
                  <a:srgbClr val="16242B"/>
                </a:solidFill>
                <a:latin typeface="Arial"/>
                <a:ea typeface="Arial"/>
                <a:cs typeface="Arial"/>
              </a:defRPr>
            </a:pPr>
            <a:r>
              <a:rPr sz="3450" b="1">
                <a:solidFill>
                  <a:srgbClr val="16242B"/>
                </a:solidFill>
                <a:latin typeface="Arial"/>
                <a:ea typeface="Arial"/>
                <a:cs typeface="Arial"/>
              </a:rPr>
              <a:t>Purposeful motion</a:t>
            </a:r>
          </a:p>
        </p:txBody>
      </p:sp>
      <p:sp>
        <p:nvSpPr>
          <p:cNvPr id="2" name="page">
            <a:extLst xmlns:a="http://schemas.openxmlformats.org/drawingml/2006/main">
              <a:ext uri="{FF2B5EF4-FFF2-40B4-BE49-F238E27FC236}">
                <a16:creationId xmlns:a16="http://schemas.microsoft.com/office/drawing/2014/main" id="{A7A77DEA-1EB2-488C-8006-88AD17DC9675}"/>
              </a:ext>
            </a:extLst>
          </p:cNvPr>
          <p:cNvSpPr>
            <a:spLocks xmlns:a="http://schemas.openxmlformats.org/drawingml/2006/main" noGrp="1"/>
          </p:cNvSpPr>
          <p:nvPr/>
        </p:nvSpPr>
        <p:spPr>
          <a:xfrm xmlns:a="http://schemas.openxmlformats.org/drawingml/2006/main">
            <a:off x="11049000" y="61626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0">
                <a:solidFill>
                  <a:srgbClr val="526773"/>
                </a:solidFill>
                <a:latin typeface="Arial"/>
                <a:ea typeface="Arial"/>
                <a:cs typeface="Arial"/>
              </a:defRPr>
            </a:defPPr>
            <a:lvl1pPr algn="l">
              <a:defRPr sz="1275" b="0">
                <a:solidFill>
                  <a:srgbClr val="526773"/>
                </a:solidFill>
                <a:latin typeface="Arial"/>
                <a:ea typeface="Arial"/>
                <a:cs typeface="Arial"/>
              </a:defRPr>
            </a:lvl1pPr>
            <a:lvl2pPr algn="l">
              <a:defRPr sz="1275" b="0">
                <a:solidFill>
                  <a:srgbClr val="526773"/>
                </a:solidFill>
                <a:latin typeface="Arial"/>
                <a:ea typeface="Arial"/>
                <a:cs typeface="Arial"/>
              </a:defRPr>
            </a:lvl2pPr>
            <a:lvl3pPr algn="l">
              <a:defRPr sz="1275" b="0">
                <a:solidFill>
                  <a:srgbClr val="526773"/>
                </a:solidFill>
                <a:latin typeface="Arial"/>
                <a:ea typeface="Arial"/>
                <a:cs typeface="Arial"/>
              </a:defRPr>
            </a:lvl3pPr>
            <a:lvl4pPr algn="l">
              <a:defRPr sz="1275" b="0">
                <a:solidFill>
                  <a:srgbClr val="526773"/>
                </a:solidFill>
                <a:latin typeface="Arial"/>
                <a:ea typeface="Arial"/>
                <a:cs typeface="Arial"/>
              </a:defRPr>
            </a:lvl4pPr>
            <a:lvl5pPr algn="l">
              <a:defRPr sz="1275" b="0">
                <a:solidFill>
                  <a:srgbClr val="526773"/>
                </a:solidFill>
                <a:latin typeface="Arial"/>
                <a:ea typeface="Arial"/>
                <a:cs typeface="Arial"/>
              </a:defRPr>
            </a:lvl5pPr>
            <a:lvl6pPr algn="l">
              <a:defRPr sz="1275" b="0">
                <a:solidFill>
                  <a:srgbClr val="526773"/>
                </a:solidFill>
                <a:latin typeface="Arial"/>
                <a:ea typeface="Arial"/>
                <a:cs typeface="Arial"/>
              </a:defRPr>
            </a:lvl6pPr>
            <a:lvl7pPr algn="l">
              <a:defRPr sz="1275" b="0">
                <a:solidFill>
                  <a:srgbClr val="526773"/>
                </a:solidFill>
                <a:latin typeface="Arial"/>
                <a:ea typeface="Arial"/>
                <a:cs typeface="Arial"/>
              </a:defRPr>
            </a:lvl7pPr>
            <a:lvl8pPr algn="l">
              <a:defRPr sz="1275" b="0">
                <a:solidFill>
                  <a:srgbClr val="526773"/>
                </a:solidFill>
                <a:latin typeface="Arial"/>
                <a:ea typeface="Arial"/>
                <a:cs typeface="Arial"/>
              </a:defRPr>
            </a:lvl8pPr>
            <a:lvl9pPr algn="l">
              <a:defRPr sz="1275" b="0">
                <a:solidFill>
                  <a:srgbClr val="526773"/>
                </a:solidFill>
                <a:latin typeface="Arial"/>
                <a:ea typeface="Arial"/>
                <a:cs typeface="Arial"/>
              </a:defRPr>
            </a:lvl9pPr>
          </a:lstStyle>
          <a:p xmlns:a="http://schemas.openxmlformats.org/drawingml/2006/main">
            <a:pPr algn="l">
              <a:defRPr sz="1275" b="0">
                <a:solidFill>
                  <a:srgbClr val="526773"/>
                </a:solidFill>
                <a:latin typeface="Arial"/>
                <a:ea typeface="Arial"/>
                <a:cs typeface="Arial"/>
              </a:defRPr>
            </a:pPr>
            <a:r>
              <a:rPr sz="1275" b="0">
                <a:solidFill>
                  <a:srgbClr val="526773"/>
                </a:solidFill>
                <a:latin typeface="Arial"/>
                <a:ea typeface="Arial"/>
                <a:cs typeface="Arial"/>
              </a:rPr>
              <a:t>02</a:t>
            </a:r>
          </a:p>
        </p:txBody>
      </p:sp>
      <p:sp>
        <p:nvSpPr>
          <p:cNvPr id="3" name="thesis">
            <a:extLst xmlns:a="http://schemas.openxmlformats.org/drawingml/2006/main">
              <a:ext uri="{FF2B5EF4-FFF2-40B4-BE49-F238E27FC236}">
                <a16:creationId xmlns:a16="http://schemas.microsoft.com/office/drawing/2014/main" id="{28EE9695-E88D-4E4B-8348-B0E004109DC2}"/>
              </a:ext>
            </a:extLst>
          </p:cNvPr>
          <p:cNvSpPr>
            <a:spLocks xmlns:a="http://schemas.openxmlformats.org/drawingml/2006/main" noGrp="1"/>
          </p:cNvSpPr>
          <p:nvPr/>
        </p:nvSpPr>
        <p:spPr>
          <a:xfrm xmlns:a="http://schemas.openxmlformats.org/drawingml/2006/main">
            <a:off x="647700" y="1381125"/>
            <a:ext cx="10668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850" b="1">
                <a:solidFill>
                  <a:srgbClr val="006F70"/>
                </a:solidFill>
                <a:latin typeface="Arial"/>
                <a:ea typeface="Arial"/>
                <a:cs typeface="Arial"/>
              </a:defRPr>
            </a:defPPr>
            <a:lvl1pPr algn="l">
              <a:defRPr sz="2850" b="1">
                <a:solidFill>
                  <a:srgbClr val="006F70"/>
                </a:solidFill>
                <a:latin typeface="Arial"/>
                <a:ea typeface="Arial"/>
                <a:cs typeface="Arial"/>
              </a:defRPr>
            </a:lvl1pPr>
            <a:lvl2pPr algn="l">
              <a:defRPr sz="2850" b="1">
                <a:solidFill>
                  <a:srgbClr val="006F70"/>
                </a:solidFill>
                <a:latin typeface="Arial"/>
                <a:ea typeface="Arial"/>
                <a:cs typeface="Arial"/>
              </a:defRPr>
            </a:lvl2pPr>
            <a:lvl3pPr algn="l">
              <a:defRPr sz="2850" b="1">
                <a:solidFill>
                  <a:srgbClr val="006F70"/>
                </a:solidFill>
                <a:latin typeface="Arial"/>
                <a:ea typeface="Arial"/>
                <a:cs typeface="Arial"/>
              </a:defRPr>
            </a:lvl3pPr>
            <a:lvl4pPr algn="l">
              <a:defRPr sz="2850" b="1">
                <a:solidFill>
                  <a:srgbClr val="006F70"/>
                </a:solidFill>
                <a:latin typeface="Arial"/>
                <a:ea typeface="Arial"/>
                <a:cs typeface="Arial"/>
              </a:defRPr>
            </a:lvl4pPr>
            <a:lvl5pPr algn="l">
              <a:defRPr sz="2850" b="1">
                <a:solidFill>
                  <a:srgbClr val="006F70"/>
                </a:solidFill>
                <a:latin typeface="Arial"/>
                <a:ea typeface="Arial"/>
                <a:cs typeface="Arial"/>
              </a:defRPr>
            </a:lvl5pPr>
            <a:lvl6pPr algn="l">
              <a:defRPr sz="2850" b="1">
                <a:solidFill>
                  <a:srgbClr val="006F70"/>
                </a:solidFill>
                <a:latin typeface="Arial"/>
                <a:ea typeface="Arial"/>
                <a:cs typeface="Arial"/>
              </a:defRPr>
            </a:lvl6pPr>
            <a:lvl7pPr algn="l">
              <a:defRPr sz="2850" b="1">
                <a:solidFill>
                  <a:srgbClr val="006F70"/>
                </a:solidFill>
                <a:latin typeface="Arial"/>
                <a:ea typeface="Arial"/>
                <a:cs typeface="Arial"/>
              </a:defRPr>
            </a:lvl7pPr>
            <a:lvl8pPr algn="l">
              <a:defRPr sz="2850" b="1">
                <a:solidFill>
                  <a:srgbClr val="006F70"/>
                </a:solidFill>
                <a:latin typeface="Arial"/>
                <a:ea typeface="Arial"/>
                <a:cs typeface="Arial"/>
              </a:defRPr>
            </a:lvl8pPr>
            <a:lvl9pPr algn="l">
              <a:defRPr sz="2850" b="1">
                <a:solidFill>
                  <a:srgbClr val="006F70"/>
                </a:solidFill>
                <a:latin typeface="Arial"/>
                <a:ea typeface="Arial"/>
                <a:cs typeface="Arial"/>
              </a:defRPr>
            </a:lvl9pPr>
          </a:lstStyle>
          <a:p xmlns:a="http://schemas.openxmlformats.org/drawingml/2006/main">
            <a:pPr algn="l">
              <a:defRPr sz="2850" b="1">
                <a:solidFill>
                  <a:srgbClr val="006F70"/>
                </a:solidFill>
                <a:latin typeface="Arial"/>
                <a:ea typeface="Arial"/>
                <a:cs typeface="Arial"/>
              </a:defRPr>
            </a:pPr>
            <a:r>
              <a:rPr sz="2850" b="1">
                <a:solidFill>
                  <a:srgbClr val="006F70"/>
                </a:solidFill>
                <a:latin typeface="Arial"/>
                <a:ea typeface="Arial"/>
                <a:cs typeface="Arial"/>
              </a:rPr>
              <a:t>Every beat should change what the viewer</a:t>
            </a:r>
          </a:p>
          <a:p xmlns:a="http://schemas.openxmlformats.org/drawingml/2006/main">
            <a:pPr algn="l">
              <a:defRPr sz="2850" b="1">
                <a:solidFill>
                  <a:srgbClr val="006F70"/>
                </a:solidFill>
                <a:latin typeface="Arial"/>
                <a:ea typeface="Arial"/>
                <a:cs typeface="Arial"/>
              </a:defRPr>
            </a:pPr>
            <a:r>
              <a:rPr sz="2850" b="1">
                <a:solidFill>
                  <a:srgbClr val="006F70"/>
                </a:solidFill>
                <a:latin typeface="Arial"/>
                <a:ea typeface="Arial"/>
                <a:cs typeface="Arial"/>
              </a:rPr>
              <a:t>understands, expects or feels.</a:t>
            </a:r>
          </a:p>
        </p:txBody>
      </p:sp>
      <p:sp>
        <p:nvSpPr>
          <p:cNvPr id="4" name="craft-label-0">
            <a:extLst xmlns:a="http://schemas.openxmlformats.org/drawingml/2006/main">
              <a:ext uri="{FF2B5EF4-FFF2-40B4-BE49-F238E27FC236}">
                <a16:creationId xmlns:a16="http://schemas.microsoft.com/office/drawing/2014/main" id="{C17FF019-DE4A-4752-A245-AF58B8FC1C51}"/>
              </a:ext>
            </a:extLst>
          </p:cNvPr>
          <p:cNvSpPr>
            <a:spLocks xmlns:a="http://schemas.openxmlformats.org/drawingml/2006/main" noGrp="1"/>
          </p:cNvSpPr>
          <p:nvPr/>
        </p:nvSpPr>
        <p:spPr>
          <a:xfrm xmlns:a="http://schemas.openxmlformats.org/drawingml/2006/main">
            <a:off x="666750" y="29527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1">
                <a:solidFill>
                  <a:srgbClr val="16242B"/>
                </a:solidFill>
                <a:latin typeface="Arial"/>
                <a:ea typeface="Arial"/>
                <a:cs typeface="Arial"/>
              </a:defRPr>
            </a:defPPr>
            <a:lvl1pPr algn="l">
              <a:defRPr sz="2025" b="1">
                <a:solidFill>
                  <a:srgbClr val="16242B"/>
                </a:solidFill>
                <a:latin typeface="Arial"/>
                <a:ea typeface="Arial"/>
                <a:cs typeface="Arial"/>
              </a:defRPr>
            </a:lvl1pPr>
            <a:lvl2pPr algn="l">
              <a:defRPr sz="2025" b="1">
                <a:solidFill>
                  <a:srgbClr val="16242B"/>
                </a:solidFill>
                <a:latin typeface="Arial"/>
                <a:ea typeface="Arial"/>
                <a:cs typeface="Arial"/>
              </a:defRPr>
            </a:lvl2pPr>
            <a:lvl3pPr algn="l">
              <a:defRPr sz="2025" b="1">
                <a:solidFill>
                  <a:srgbClr val="16242B"/>
                </a:solidFill>
                <a:latin typeface="Arial"/>
                <a:ea typeface="Arial"/>
                <a:cs typeface="Arial"/>
              </a:defRPr>
            </a:lvl3pPr>
            <a:lvl4pPr algn="l">
              <a:defRPr sz="2025" b="1">
                <a:solidFill>
                  <a:srgbClr val="16242B"/>
                </a:solidFill>
                <a:latin typeface="Arial"/>
                <a:ea typeface="Arial"/>
                <a:cs typeface="Arial"/>
              </a:defRPr>
            </a:lvl4pPr>
            <a:lvl5pPr algn="l">
              <a:defRPr sz="2025" b="1">
                <a:solidFill>
                  <a:srgbClr val="16242B"/>
                </a:solidFill>
                <a:latin typeface="Arial"/>
                <a:ea typeface="Arial"/>
                <a:cs typeface="Arial"/>
              </a:defRPr>
            </a:lvl5pPr>
            <a:lvl6pPr algn="l">
              <a:defRPr sz="2025" b="1">
                <a:solidFill>
                  <a:srgbClr val="16242B"/>
                </a:solidFill>
                <a:latin typeface="Arial"/>
                <a:ea typeface="Arial"/>
                <a:cs typeface="Arial"/>
              </a:defRPr>
            </a:lvl6pPr>
            <a:lvl7pPr algn="l">
              <a:defRPr sz="2025" b="1">
                <a:solidFill>
                  <a:srgbClr val="16242B"/>
                </a:solidFill>
                <a:latin typeface="Arial"/>
                <a:ea typeface="Arial"/>
                <a:cs typeface="Arial"/>
              </a:defRPr>
            </a:lvl7pPr>
            <a:lvl8pPr algn="l">
              <a:defRPr sz="2025" b="1">
                <a:solidFill>
                  <a:srgbClr val="16242B"/>
                </a:solidFill>
                <a:latin typeface="Arial"/>
                <a:ea typeface="Arial"/>
                <a:cs typeface="Arial"/>
              </a:defRPr>
            </a:lvl8pPr>
            <a:lvl9pPr algn="l">
              <a:defRPr sz="2025" b="1">
                <a:solidFill>
                  <a:srgbClr val="16242B"/>
                </a:solidFill>
                <a:latin typeface="Arial"/>
                <a:ea typeface="Arial"/>
                <a:cs typeface="Arial"/>
              </a:defRPr>
            </a:lvl9pPr>
          </a:lstStyle>
          <a:p xmlns:a="http://schemas.openxmlformats.org/drawingml/2006/main">
            <a:pPr algn="l">
              <a:defRPr sz="2025" b="1">
                <a:solidFill>
                  <a:srgbClr val="16242B"/>
                </a:solidFill>
                <a:latin typeface="Arial"/>
                <a:ea typeface="Arial"/>
                <a:cs typeface="Arial"/>
              </a:defRPr>
            </a:pPr>
            <a:r>
              <a:rPr sz="2025" b="1">
                <a:solidFill>
                  <a:srgbClr val="16242B"/>
                </a:solidFill>
                <a:latin typeface="Arial"/>
                <a:ea typeface="Arial"/>
                <a:cs typeface="Arial"/>
              </a:rPr>
              <a:t>Story</a:t>
            </a:r>
          </a:p>
        </p:txBody>
      </p:sp>
      <p:sp>
        <p:nvSpPr>
          <p:cNvPr id="5" name="craft-body-0">
            <a:extLst xmlns:a="http://schemas.openxmlformats.org/drawingml/2006/main">
              <a:ext uri="{FF2B5EF4-FFF2-40B4-BE49-F238E27FC236}">
                <a16:creationId xmlns:a16="http://schemas.microsoft.com/office/drawing/2014/main" id="{5FEC3A85-5E2D-4CAC-9149-82B75C8DF9B5}"/>
              </a:ext>
            </a:extLst>
          </p:cNvPr>
          <p:cNvSpPr>
            <a:spLocks xmlns:a="http://schemas.openxmlformats.org/drawingml/2006/main" noGrp="1"/>
          </p:cNvSpPr>
          <p:nvPr/>
        </p:nvSpPr>
        <p:spPr>
          <a:xfrm xmlns:a="http://schemas.openxmlformats.org/drawingml/2006/main">
            <a:off x="2876550" y="2952750"/>
            <a:ext cx="842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0">
                <a:solidFill>
                  <a:srgbClr val="526773"/>
                </a:solidFill>
                <a:latin typeface="Arial"/>
                <a:ea typeface="Arial"/>
                <a:cs typeface="Arial"/>
              </a:defRPr>
            </a:defPPr>
            <a:lvl1pPr algn="l">
              <a:defRPr sz="2025" b="0">
                <a:solidFill>
                  <a:srgbClr val="526773"/>
                </a:solidFill>
                <a:latin typeface="Arial"/>
                <a:ea typeface="Arial"/>
                <a:cs typeface="Arial"/>
              </a:defRPr>
            </a:lvl1pPr>
            <a:lvl2pPr algn="l">
              <a:defRPr sz="2025" b="0">
                <a:solidFill>
                  <a:srgbClr val="526773"/>
                </a:solidFill>
                <a:latin typeface="Arial"/>
                <a:ea typeface="Arial"/>
                <a:cs typeface="Arial"/>
              </a:defRPr>
            </a:lvl2pPr>
            <a:lvl3pPr algn="l">
              <a:defRPr sz="2025" b="0">
                <a:solidFill>
                  <a:srgbClr val="526773"/>
                </a:solidFill>
                <a:latin typeface="Arial"/>
                <a:ea typeface="Arial"/>
                <a:cs typeface="Arial"/>
              </a:defRPr>
            </a:lvl3pPr>
            <a:lvl4pPr algn="l">
              <a:defRPr sz="2025" b="0">
                <a:solidFill>
                  <a:srgbClr val="526773"/>
                </a:solidFill>
                <a:latin typeface="Arial"/>
                <a:ea typeface="Arial"/>
                <a:cs typeface="Arial"/>
              </a:defRPr>
            </a:lvl4pPr>
            <a:lvl5pPr algn="l">
              <a:defRPr sz="2025" b="0">
                <a:solidFill>
                  <a:srgbClr val="526773"/>
                </a:solidFill>
                <a:latin typeface="Arial"/>
                <a:ea typeface="Arial"/>
                <a:cs typeface="Arial"/>
              </a:defRPr>
            </a:lvl5pPr>
            <a:lvl6pPr algn="l">
              <a:defRPr sz="2025" b="0">
                <a:solidFill>
                  <a:srgbClr val="526773"/>
                </a:solidFill>
                <a:latin typeface="Arial"/>
                <a:ea typeface="Arial"/>
                <a:cs typeface="Arial"/>
              </a:defRPr>
            </a:lvl6pPr>
            <a:lvl7pPr algn="l">
              <a:defRPr sz="2025" b="0">
                <a:solidFill>
                  <a:srgbClr val="526773"/>
                </a:solidFill>
                <a:latin typeface="Arial"/>
                <a:ea typeface="Arial"/>
                <a:cs typeface="Arial"/>
              </a:defRPr>
            </a:lvl7pPr>
            <a:lvl8pPr algn="l">
              <a:defRPr sz="2025" b="0">
                <a:solidFill>
                  <a:srgbClr val="526773"/>
                </a:solidFill>
                <a:latin typeface="Arial"/>
                <a:ea typeface="Arial"/>
                <a:cs typeface="Arial"/>
              </a:defRPr>
            </a:lvl8pPr>
            <a:lvl9pPr algn="l">
              <a:defRPr sz="2025" b="0">
                <a:solidFill>
                  <a:srgbClr val="526773"/>
                </a:solidFill>
                <a:latin typeface="Arial"/>
                <a:ea typeface="Arial"/>
                <a:cs typeface="Arial"/>
              </a:defRPr>
            </a:lvl9pPr>
          </a:lstStyle>
          <a:p xmlns:a="http://schemas.openxmlformats.org/drawingml/2006/main">
            <a:pPr algn="l">
              <a:defRPr sz="2025" b="0">
                <a:solidFill>
                  <a:srgbClr val="526773"/>
                </a:solidFill>
                <a:latin typeface="Arial"/>
                <a:ea typeface="Arial"/>
                <a:cs typeface="Arial"/>
              </a:defRPr>
            </a:pPr>
            <a:r>
              <a:rPr sz="2025" b="0">
                <a:solidFill>
                  <a:srgbClr val="526773"/>
                </a:solidFill>
                <a:latin typeface="Arial"/>
                <a:ea typeface="Arial"/>
                <a:cs typeface="Arial"/>
              </a:rPr>
              <a:t>A promise, a visible change and a payoff.</a:t>
            </a:r>
          </a:p>
        </p:txBody>
      </p:sp>
      <p:sp>
        <p:nvSpPr>
          <p:cNvPr id="6" name="craft-rule-0">
            <a:extLst xmlns:a="http://schemas.openxmlformats.org/drawingml/2006/main">
              <a:ext uri="{FF2B5EF4-FFF2-40B4-BE49-F238E27FC236}">
                <a16:creationId xmlns:a16="http://schemas.microsoft.com/office/drawing/2014/main" id="{94AC42E3-8BC7-4CF0-92B4-B9FD6E7A2F1E}"/>
              </a:ext>
            </a:extLst>
          </p:cNvPr>
          <p:cNvSpPr>
            <a:spLocks xmlns:a="http://schemas.openxmlformats.org/drawingml/2006/main" noGrp="1"/>
          </p:cNvSpPr>
          <p:nvPr/>
        </p:nvSpPr>
        <p:spPr>
          <a:xfrm xmlns:a="http://schemas.openxmlformats.org/drawingml/2006/main">
            <a:off x="666750" y="3533775"/>
            <a:ext cx="10620375" cy="0"/>
          </a:xfrm>
          <a:prstGeom xmlns:a="http://schemas.openxmlformats.org/drawingml/2006/main" prst="line">
            <a:avLst/>
          </a:prstGeom>
          <a:noFill xmlns:a="http://schemas.openxmlformats.org/drawingml/2006/main"/>
          <a:ln xmlns:a="http://schemas.openxmlformats.org/drawingml/2006/main" w="14288">
            <a:solidFill>
              <a:srgbClr val="A8BAC5"/>
            </a:solidFill>
            <a:prstDash val="solid"/>
          </a:ln>
        </p:spPr>
      </p:sp>
      <p:sp>
        <p:nvSpPr>
          <p:cNvPr id="7" name="craft-label-1">
            <a:extLst xmlns:a="http://schemas.openxmlformats.org/drawingml/2006/main">
              <a:ext uri="{FF2B5EF4-FFF2-40B4-BE49-F238E27FC236}">
                <a16:creationId xmlns:a16="http://schemas.microsoft.com/office/drawing/2014/main" id="{90A9B59A-FCD7-42F1-B644-FCB11D74126D}"/>
              </a:ext>
            </a:extLst>
          </p:cNvPr>
          <p:cNvSpPr>
            <a:spLocks xmlns:a="http://schemas.openxmlformats.org/drawingml/2006/main" noGrp="1"/>
          </p:cNvSpPr>
          <p:nvPr/>
        </p:nvSpPr>
        <p:spPr>
          <a:xfrm xmlns:a="http://schemas.openxmlformats.org/drawingml/2006/main">
            <a:off x="666750" y="3648075"/>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1">
                <a:solidFill>
                  <a:srgbClr val="16242B"/>
                </a:solidFill>
                <a:latin typeface="Arial"/>
                <a:ea typeface="Arial"/>
                <a:cs typeface="Arial"/>
              </a:defRPr>
            </a:defPPr>
            <a:lvl1pPr algn="l">
              <a:defRPr sz="2025" b="1">
                <a:solidFill>
                  <a:srgbClr val="16242B"/>
                </a:solidFill>
                <a:latin typeface="Arial"/>
                <a:ea typeface="Arial"/>
                <a:cs typeface="Arial"/>
              </a:defRPr>
            </a:lvl1pPr>
            <a:lvl2pPr algn="l">
              <a:defRPr sz="2025" b="1">
                <a:solidFill>
                  <a:srgbClr val="16242B"/>
                </a:solidFill>
                <a:latin typeface="Arial"/>
                <a:ea typeface="Arial"/>
                <a:cs typeface="Arial"/>
              </a:defRPr>
            </a:lvl2pPr>
            <a:lvl3pPr algn="l">
              <a:defRPr sz="2025" b="1">
                <a:solidFill>
                  <a:srgbClr val="16242B"/>
                </a:solidFill>
                <a:latin typeface="Arial"/>
                <a:ea typeface="Arial"/>
                <a:cs typeface="Arial"/>
              </a:defRPr>
            </a:lvl3pPr>
            <a:lvl4pPr algn="l">
              <a:defRPr sz="2025" b="1">
                <a:solidFill>
                  <a:srgbClr val="16242B"/>
                </a:solidFill>
                <a:latin typeface="Arial"/>
                <a:ea typeface="Arial"/>
                <a:cs typeface="Arial"/>
              </a:defRPr>
            </a:lvl4pPr>
            <a:lvl5pPr algn="l">
              <a:defRPr sz="2025" b="1">
                <a:solidFill>
                  <a:srgbClr val="16242B"/>
                </a:solidFill>
                <a:latin typeface="Arial"/>
                <a:ea typeface="Arial"/>
                <a:cs typeface="Arial"/>
              </a:defRPr>
            </a:lvl5pPr>
            <a:lvl6pPr algn="l">
              <a:defRPr sz="2025" b="1">
                <a:solidFill>
                  <a:srgbClr val="16242B"/>
                </a:solidFill>
                <a:latin typeface="Arial"/>
                <a:ea typeface="Arial"/>
                <a:cs typeface="Arial"/>
              </a:defRPr>
            </a:lvl6pPr>
            <a:lvl7pPr algn="l">
              <a:defRPr sz="2025" b="1">
                <a:solidFill>
                  <a:srgbClr val="16242B"/>
                </a:solidFill>
                <a:latin typeface="Arial"/>
                <a:ea typeface="Arial"/>
                <a:cs typeface="Arial"/>
              </a:defRPr>
            </a:lvl7pPr>
            <a:lvl8pPr algn="l">
              <a:defRPr sz="2025" b="1">
                <a:solidFill>
                  <a:srgbClr val="16242B"/>
                </a:solidFill>
                <a:latin typeface="Arial"/>
                <a:ea typeface="Arial"/>
                <a:cs typeface="Arial"/>
              </a:defRPr>
            </a:lvl8pPr>
            <a:lvl9pPr algn="l">
              <a:defRPr sz="2025" b="1">
                <a:solidFill>
                  <a:srgbClr val="16242B"/>
                </a:solidFill>
                <a:latin typeface="Arial"/>
                <a:ea typeface="Arial"/>
                <a:cs typeface="Arial"/>
              </a:defRPr>
            </a:lvl9pPr>
          </a:lstStyle>
          <a:p xmlns:a="http://schemas.openxmlformats.org/drawingml/2006/main">
            <a:pPr algn="l">
              <a:defRPr sz="2025" b="1">
                <a:solidFill>
                  <a:srgbClr val="16242B"/>
                </a:solidFill>
                <a:latin typeface="Arial"/>
                <a:ea typeface="Arial"/>
                <a:cs typeface="Arial"/>
              </a:defRPr>
            </a:pPr>
            <a:r>
              <a:rPr sz="2025" b="1">
                <a:solidFill>
                  <a:srgbClr val="16242B"/>
                </a:solidFill>
                <a:latin typeface="Arial"/>
                <a:ea typeface="Arial"/>
                <a:cs typeface="Arial"/>
              </a:rPr>
              <a:t>Staging</a:t>
            </a:r>
          </a:p>
        </p:txBody>
      </p:sp>
      <p:sp>
        <p:nvSpPr>
          <p:cNvPr id="8" name="craft-body-1">
            <a:extLst xmlns:a="http://schemas.openxmlformats.org/drawingml/2006/main">
              <a:ext uri="{FF2B5EF4-FFF2-40B4-BE49-F238E27FC236}">
                <a16:creationId xmlns:a16="http://schemas.microsoft.com/office/drawing/2014/main" id="{3541308E-2B13-452E-83F2-27302ED50A8E}"/>
              </a:ext>
            </a:extLst>
          </p:cNvPr>
          <p:cNvSpPr>
            <a:spLocks xmlns:a="http://schemas.openxmlformats.org/drawingml/2006/main" noGrp="1"/>
          </p:cNvSpPr>
          <p:nvPr/>
        </p:nvSpPr>
        <p:spPr>
          <a:xfrm xmlns:a="http://schemas.openxmlformats.org/drawingml/2006/main">
            <a:off x="2876550" y="3648075"/>
            <a:ext cx="842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0">
                <a:solidFill>
                  <a:srgbClr val="526773"/>
                </a:solidFill>
                <a:latin typeface="Arial"/>
                <a:ea typeface="Arial"/>
                <a:cs typeface="Arial"/>
              </a:defRPr>
            </a:defPPr>
            <a:lvl1pPr algn="l">
              <a:defRPr sz="2025" b="0">
                <a:solidFill>
                  <a:srgbClr val="526773"/>
                </a:solidFill>
                <a:latin typeface="Arial"/>
                <a:ea typeface="Arial"/>
                <a:cs typeface="Arial"/>
              </a:defRPr>
            </a:lvl1pPr>
            <a:lvl2pPr algn="l">
              <a:defRPr sz="2025" b="0">
                <a:solidFill>
                  <a:srgbClr val="526773"/>
                </a:solidFill>
                <a:latin typeface="Arial"/>
                <a:ea typeface="Arial"/>
                <a:cs typeface="Arial"/>
              </a:defRPr>
            </a:lvl2pPr>
            <a:lvl3pPr algn="l">
              <a:defRPr sz="2025" b="0">
                <a:solidFill>
                  <a:srgbClr val="526773"/>
                </a:solidFill>
                <a:latin typeface="Arial"/>
                <a:ea typeface="Arial"/>
                <a:cs typeface="Arial"/>
              </a:defRPr>
            </a:lvl3pPr>
            <a:lvl4pPr algn="l">
              <a:defRPr sz="2025" b="0">
                <a:solidFill>
                  <a:srgbClr val="526773"/>
                </a:solidFill>
                <a:latin typeface="Arial"/>
                <a:ea typeface="Arial"/>
                <a:cs typeface="Arial"/>
              </a:defRPr>
            </a:lvl4pPr>
            <a:lvl5pPr algn="l">
              <a:defRPr sz="2025" b="0">
                <a:solidFill>
                  <a:srgbClr val="526773"/>
                </a:solidFill>
                <a:latin typeface="Arial"/>
                <a:ea typeface="Arial"/>
                <a:cs typeface="Arial"/>
              </a:defRPr>
            </a:lvl5pPr>
            <a:lvl6pPr algn="l">
              <a:defRPr sz="2025" b="0">
                <a:solidFill>
                  <a:srgbClr val="526773"/>
                </a:solidFill>
                <a:latin typeface="Arial"/>
                <a:ea typeface="Arial"/>
                <a:cs typeface="Arial"/>
              </a:defRPr>
            </a:lvl6pPr>
            <a:lvl7pPr algn="l">
              <a:defRPr sz="2025" b="0">
                <a:solidFill>
                  <a:srgbClr val="526773"/>
                </a:solidFill>
                <a:latin typeface="Arial"/>
                <a:ea typeface="Arial"/>
                <a:cs typeface="Arial"/>
              </a:defRPr>
            </a:lvl7pPr>
            <a:lvl8pPr algn="l">
              <a:defRPr sz="2025" b="0">
                <a:solidFill>
                  <a:srgbClr val="526773"/>
                </a:solidFill>
                <a:latin typeface="Arial"/>
                <a:ea typeface="Arial"/>
                <a:cs typeface="Arial"/>
              </a:defRPr>
            </a:lvl8pPr>
            <a:lvl9pPr algn="l">
              <a:defRPr sz="2025" b="0">
                <a:solidFill>
                  <a:srgbClr val="526773"/>
                </a:solidFill>
                <a:latin typeface="Arial"/>
                <a:ea typeface="Arial"/>
                <a:cs typeface="Arial"/>
              </a:defRPr>
            </a:lvl9pPr>
          </a:lstStyle>
          <a:p xmlns:a="http://schemas.openxmlformats.org/drawingml/2006/main">
            <a:pPr algn="l">
              <a:defRPr sz="2025" b="0">
                <a:solidFill>
                  <a:srgbClr val="526773"/>
                </a:solidFill>
                <a:latin typeface="Arial"/>
                <a:ea typeface="Arial"/>
                <a:cs typeface="Arial"/>
              </a:defRPr>
            </a:pPr>
            <a:r>
              <a:rPr sz="2025" b="0">
                <a:solidFill>
                  <a:srgbClr val="526773"/>
                </a:solidFill>
                <a:latin typeface="Arial"/>
                <a:ea typeface="Arial"/>
                <a:cs typeface="Arial"/>
              </a:rPr>
              <a:t>One clear focus; readable action and causal flow.</a:t>
            </a:r>
          </a:p>
        </p:txBody>
      </p:sp>
      <p:sp>
        <p:nvSpPr>
          <p:cNvPr id="9" name="craft-rule-1">
            <a:extLst xmlns:a="http://schemas.openxmlformats.org/drawingml/2006/main">
              <a:ext uri="{FF2B5EF4-FFF2-40B4-BE49-F238E27FC236}">
                <a16:creationId xmlns:a16="http://schemas.microsoft.com/office/drawing/2014/main" id="{FAC2ADC5-31AA-4A4A-971C-F5B107604BC3}"/>
              </a:ext>
            </a:extLst>
          </p:cNvPr>
          <p:cNvSpPr>
            <a:spLocks xmlns:a="http://schemas.openxmlformats.org/drawingml/2006/main" noGrp="1"/>
          </p:cNvSpPr>
          <p:nvPr/>
        </p:nvSpPr>
        <p:spPr>
          <a:xfrm xmlns:a="http://schemas.openxmlformats.org/drawingml/2006/main">
            <a:off x="666750" y="4229100"/>
            <a:ext cx="10620375" cy="0"/>
          </a:xfrm>
          <a:prstGeom xmlns:a="http://schemas.openxmlformats.org/drawingml/2006/main" prst="line">
            <a:avLst/>
          </a:prstGeom>
          <a:noFill xmlns:a="http://schemas.openxmlformats.org/drawingml/2006/main"/>
          <a:ln xmlns:a="http://schemas.openxmlformats.org/drawingml/2006/main" w="14288">
            <a:solidFill>
              <a:srgbClr val="A8BAC5"/>
            </a:solidFill>
            <a:prstDash val="solid"/>
          </a:ln>
        </p:spPr>
      </p:sp>
      <p:sp>
        <p:nvSpPr>
          <p:cNvPr id="10" name="craft-label-2">
            <a:extLst xmlns:a="http://schemas.openxmlformats.org/drawingml/2006/main">
              <a:ext uri="{FF2B5EF4-FFF2-40B4-BE49-F238E27FC236}">
                <a16:creationId xmlns:a16="http://schemas.microsoft.com/office/drawing/2014/main" id="{4D4C1A89-8FA9-49E5-BD56-65AF876F87D7}"/>
              </a:ext>
            </a:extLst>
          </p:cNvPr>
          <p:cNvSpPr>
            <a:spLocks xmlns:a="http://schemas.openxmlformats.org/drawingml/2006/main" noGrp="1"/>
          </p:cNvSpPr>
          <p:nvPr/>
        </p:nvSpPr>
        <p:spPr>
          <a:xfrm xmlns:a="http://schemas.openxmlformats.org/drawingml/2006/main">
            <a:off x="666750" y="434340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1">
                <a:solidFill>
                  <a:srgbClr val="16242B"/>
                </a:solidFill>
                <a:latin typeface="Arial"/>
                <a:ea typeface="Arial"/>
                <a:cs typeface="Arial"/>
              </a:defRPr>
            </a:defPPr>
            <a:lvl1pPr algn="l">
              <a:defRPr sz="2025" b="1">
                <a:solidFill>
                  <a:srgbClr val="16242B"/>
                </a:solidFill>
                <a:latin typeface="Arial"/>
                <a:ea typeface="Arial"/>
                <a:cs typeface="Arial"/>
              </a:defRPr>
            </a:lvl1pPr>
            <a:lvl2pPr algn="l">
              <a:defRPr sz="2025" b="1">
                <a:solidFill>
                  <a:srgbClr val="16242B"/>
                </a:solidFill>
                <a:latin typeface="Arial"/>
                <a:ea typeface="Arial"/>
                <a:cs typeface="Arial"/>
              </a:defRPr>
            </a:lvl2pPr>
            <a:lvl3pPr algn="l">
              <a:defRPr sz="2025" b="1">
                <a:solidFill>
                  <a:srgbClr val="16242B"/>
                </a:solidFill>
                <a:latin typeface="Arial"/>
                <a:ea typeface="Arial"/>
                <a:cs typeface="Arial"/>
              </a:defRPr>
            </a:lvl3pPr>
            <a:lvl4pPr algn="l">
              <a:defRPr sz="2025" b="1">
                <a:solidFill>
                  <a:srgbClr val="16242B"/>
                </a:solidFill>
                <a:latin typeface="Arial"/>
                <a:ea typeface="Arial"/>
                <a:cs typeface="Arial"/>
              </a:defRPr>
            </a:lvl4pPr>
            <a:lvl5pPr algn="l">
              <a:defRPr sz="2025" b="1">
                <a:solidFill>
                  <a:srgbClr val="16242B"/>
                </a:solidFill>
                <a:latin typeface="Arial"/>
                <a:ea typeface="Arial"/>
                <a:cs typeface="Arial"/>
              </a:defRPr>
            </a:lvl5pPr>
            <a:lvl6pPr algn="l">
              <a:defRPr sz="2025" b="1">
                <a:solidFill>
                  <a:srgbClr val="16242B"/>
                </a:solidFill>
                <a:latin typeface="Arial"/>
                <a:ea typeface="Arial"/>
                <a:cs typeface="Arial"/>
              </a:defRPr>
            </a:lvl6pPr>
            <a:lvl7pPr algn="l">
              <a:defRPr sz="2025" b="1">
                <a:solidFill>
                  <a:srgbClr val="16242B"/>
                </a:solidFill>
                <a:latin typeface="Arial"/>
                <a:ea typeface="Arial"/>
                <a:cs typeface="Arial"/>
              </a:defRPr>
            </a:lvl7pPr>
            <a:lvl8pPr algn="l">
              <a:defRPr sz="2025" b="1">
                <a:solidFill>
                  <a:srgbClr val="16242B"/>
                </a:solidFill>
                <a:latin typeface="Arial"/>
                <a:ea typeface="Arial"/>
                <a:cs typeface="Arial"/>
              </a:defRPr>
            </a:lvl8pPr>
            <a:lvl9pPr algn="l">
              <a:defRPr sz="2025" b="1">
                <a:solidFill>
                  <a:srgbClr val="16242B"/>
                </a:solidFill>
                <a:latin typeface="Arial"/>
                <a:ea typeface="Arial"/>
                <a:cs typeface="Arial"/>
              </a:defRPr>
            </a:lvl9pPr>
          </a:lstStyle>
          <a:p xmlns:a="http://schemas.openxmlformats.org/drawingml/2006/main">
            <a:pPr algn="l">
              <a:defRPr sz="2025" b="1">
                <a:solidFill>
                  <a:srgbClr val="16242B"/>
                </a:solidFill>
                <a:latin typeface="Arial"/>
                <a:ea typeface="Arial"/>
                <a:cs typeface="Arial"/>
              </a:defRPr>
            </a:pPr>
            <a:r>
              <a:rPr sz="2025" b="1">
                <a:solidFill>
                  <a:srgbClr val="16242B"/>
                </a:solidFill>
                <a:latin typeface="Arial"/>
                <a:ea typeface="Arial"/>
                <a:cs typeface="Arial"/>
              </a:rPr>
              <a:t>Rhythm</a:t>
            </a:r>
          </a:p>
        </p:txBody>
      </p:sp>
      <p:sp>
        <p:nvSpPr>
          <p:cNvPr id="11" name="craft-body-2">
            <a:extLst xmlns:a="http://schemas.openxmlformats.org/drawingml/2006/main">
              <a:ext uri="{FF2B5EF4-FFF2-40B4-BE49-F238E27FC236}">
                <a16:creationId xmlns:a16="http://schemas.microsoft.com/office/drawing/2014/main" id="{7944DF43-D685-4308-84B7-F060F94BEF5F}"/>
              </a:ext>
            </a:extLst>
          </p:cNvPr>
          <p:cNvSpPr>
            <a:spLocks xmlns:a="http://schemas.openxmlformats.org/drawingml/2006/main" noGrp="1"/>
          </p:cNvSpPr>
          <p:nvPr/>
        </p:nvSpPr>
        <p:spPr>
          <a:xfrm xmlns:a="http://schemas.openxmlformats.org/drawingml/2006/main">
            <a:off x="2876550" y="4343400"/>
            <a:ext cx="842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0">
                <a:solidFill>
                  <a:srgbClr val="526773"/>
                </a:solidFill>
                <a:latin typeface="Arial"/>
                <a:ea typeface="Arial"/>
                <a:cs typeface="Arial"/>
              </a:defRPr>
            </a:defPPr>
            <a:lvl1pPr algn="l">
              <a:defRPr sz="2025" b="0">
                <a:solidFill>
                  <a:srgbClr val="526773"/>
                </a:solidFill>
                <a:latin typeface="Arial"/>
                <a:ea typeface="Arial"/>
                <a:cs typeface="Arial"/>
              </a:defRPr>
            </a:lvl1pPr>
            <a:lvl2pPr algn="l">
              <a:defRPr sz="2025" b="0">
                <a:solidFill>
                  <a:srgbClr val="526773"/>
                </a:solidFill>
                <a:latin typeface="Arial"/>
                <a:ea typeface="Arial"/>
                <a:cs typeface="Arial"/>
              </a:defRPr>
            </a:lvl2pPr>
            <a:lvl3pPr algn="l">
              <a:defRPr sz="2025" b="0">
                <a:solidFill>
                  <a:srgbClr val="526773"/>
                </a:solidFill>
                <a:latin typeface="Arial"/>
                <a:ea typeface="Arial"/>
                <a:cs typeface="Arial"/>
              </a:defRPr>
            </a:lvl3pPr>
            <a:lvl4pPr algn="l">
              <a:defRPr sz="2025" b="0">
                <a:solidFill>
                  <a:srgbClr val="526773"/>
                </a:solidFill>
                <a:latin typeface="Arial"/>
                <a:ea typeface="Arial"/>
                <a:cs typeface="Arial"/>
              </a:defRPr>
            </a:lvl4pPr>
            <a:lvl5pPr algn="l">
              <a:defRPr sz="2025" b="0">
                <a:solidFill>
                  <a:srgbClr val="526773"/>
                </a:solidFill>
                <a:latin typeface="Arial"/>
                <a:ea typeface="Arial"/>
                <a:cs typeface="Arial"/>
              </a:defRPr>
            </a:lvl5pPr>
            <a:lvl6pPr algn="l">
              <a:defRPr sz="2025" b="0">
                <a:solidFill>
                  <a:srgbClr val="526773"/>
                </a:solidFill>
                <a:latin typeface="Arial"/>
                <a:ea typeface="Arial"/>
                <a:cs typeface="Arial"/>
              </a:defRPr>
            </a:lvl6pPr>
            <a:lvl7pPr algn="l">
              <a:defRPr sz="2025" b="0">
                <a:solidFill>
                  <a:srgbClr val="526773"/>
                </a:solidFill>
                <a:latin typeface="Arial"/>
                <a:ea typeface="Arial"/>
                <a:cs typeface="Arial"/>
              </a:defRPr>
            </a:lvl7pPr>
            <a:lvl8pPr algn="l">
              <a:defRPr sz="2025" b="0">
                <a:solidFill>
                  <a:srgbClr val="526773"/>
                </a:solidFill>
                <a:latin typeface="Arial"/>
                <a:ea typeface="Arial"/>
                <a:cs typeface="Arial"/>
              </a:defRPr>
            </a:lvl8pPr>
            <a:lvl9pPr algn="l">
              <a:defRPr sz="2025" b="0">
                <a:solidFill>
                  <a:srgbClr val="526773"/>
                </a:solidFill>
                <a:latin typeface="Arial"/>
                <a:ea typeface="Arial"/>
                <a:cs typeface="Arial"/>
              </a:defRPr>
            </a:lvl9pPr>
          </a:lstStyle>
          <a:p xmlns:a="http://schemas.openxmlformats.org/drawingml/2006/main">
            <a:pPr algn="l">
              <a:defRPr sz="2025" b="0">
                <a:solidFill>
                  <a:srgbClr val="526773"/>
                </a:solidFill>
                <a:latin typeface="Arial"/>
                <a:ea typeface="Arial"/>
                <a:cs typeface="Arial"/>
              </a:defRPr>
            </a:pPr>
            <a:r>
              <a:rPr sz="2025" b="0">
                <a:solidFill>
                  <a:srgbClr val="526773"/>
                </a:solidFill>
                <a:latin typeface="Arial"/>
                <a:ea typeface="Arial"/>
                <a:cs typeface="Arial"/>
              </a:rPr>
              <a:t>Contrast movement with intentional stillness.</a:t>
            </a:r>
          </a:p>
        </p:txBody>
      </p:sp>
      <p:sp>
        <p:nvSpPr>
          <p:cNvPr id="12" name="craft-rule-2">
            <a:extLst xmlns:a="http://schemas.openxmlformats.org/drawingml/2006/main">
              <a:ext uri="{FF2B5EF4-FFF2-40B4-BE49-F238E27FC236}">
                <a16:creationId xmlns:a16="http://schemas.microsoft.com/office/drawing/2014/main" id="{3D6BD111-D167-4030-A44A-D4F4C2995ADF}"/>
              </a:ext>
            </a:extLst>
          </p:cNvPr>
          <p:cNvSpPr>
            <a:spLocks xmlns:a="http://schemas.openxmlformats.org/drawingml/2006/main" noGrp="1"/>
          </p:cNvSpPr>
          <p:nvPr/>
        </p:nvSpPr>
        <p:spPr>
          <a:xfrm xmlns:a="http://schemas.openxmlformats.org/drawingml/2006/main">
            <a:off x="666750" y="4924425"/>
            <a:ext cx="10620375" cy="0"/>
          </a:xfrm>
          <a:prstGeom xmlns:a="http://schemas.openxmlformats.org/drawingml/2006/main" prst="line">
            <a:avLst/>
          </a:prstGeom>
          <a:noFill xmlns:a="http://schemas.openxmlformats.org/drawingml/2006/main"/>
          <a:ln xmlns:a="http://schemas.openxmlformats.org/drawingml/2006/main" w="14288">
            <a:solidFill>
              <a:srgbClr val="A8BAC5"/>
            </a:solidFill>
            <a:prstDash val="solid"/>
          </a:ln>
        </p:spPr>
      </p:sp>
      <p:sp>
        <p:nvSpPr>
          <p:cNvPr id="13" name="craft-label-3">
            <a:extLst xmlns:a="http://schemas.openxmlformats.org/drawingml/2006/main">
              <a:ext uri="{FF2B5EF4-FFF2-40B4-BE49-F238E27FC236}">
                <a16:creationId xmlns:a16="http://schemas.microsoft.com/office/drawing/2014/main" id="{001F3A1A-B8F8-4462-863C-4378DBF282EA}"/>
              </a:ext>
            </a:extLst>
          </p:cNvPr>
          <p:cNvSpPr>
            <a:spLocks xmlns:a="http://schemas.openxmlformats.org/drawingml/2006/main" noGrp="1"/>
          </p:cNvSpPr>
          <p:nvPr/>
        </p:nvSpPr>
        <p:spPr>
          <a:xfrm xmlns:a="http://schemas.openxmlformats.org/drawingml/2006/main">
            <a:off x="666750" y="5038725"/>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1">
                <a:solidFill>
                  <a:srgbClr val="16242B"/>
                </a:solidFill>
                <a:latin typeface="Arial"/>
                <a:ea typeface="Arial"/>
                <a:cs typeface="Arial"/>
              </a:defRPr>
            </a:defPPr>
            <a:lvl1pPr algn="l">
              <a:defRPr sz="2025" b="1">
                <a:solidFill>
                  <a:srgbClr val="16242B"/>
                </a:solidFill>
                <a:latin typeface="Arial"/>
                <a:ea typeface="Arial"/>
                <a:cs typeface="Arial"/>
              </a:defRPr>
            </a:lvl1pPr>
            <a:lvl2pPr algn="l">
              <a:defRPr sz="2025" b="1">
                <a:solidFill>
                  <a:srgbClr val="16242B"/>
                </a:solidFill>
                <a:latin typeface="Arial"/>
                <a:ea typeface="Arial"/>
                <a:cs typeface="Arial"/>
              </a:defRPr>
            </a:lvl2pPr>
            <a:lvl3pPr algn="l">
              <a:defRPr sz="2025" b="1">
                <a:solidFill>
                  <a:srgbClr val="16242B"/>
                </a:solidFill>
                <a:latin typeface="Arial"/>
                <a:ea typeface="Arial"/>
                <a:cs typeface="Arial"/>
              </a:defRPr>
            </a:lvl3pPr>
            <a:lvl4pPr algn="l">
              <a:defRPr sz="2025" b="1">
                <a:solidFill>
                  <a:srgbClr val="16242B"/>
                </a:solidFill>
                <a:latin typeface="Arial"/>
                <a:ea typeface="Arial"/>
                <a:cs typeface="Arial"/>
              </a:defRPr>
            </a:lvl4pPr>
            <a:lvl5pPr algn="l">
              <a:defRPr sz="2025" b="1">
                <a:solidFill>
                  <a:srgbClr val="16242B"/>
                </a:solidFill>
                <a:latin typeface="Arial"/>
                <a:ea typeface="Arial"/>
                <a:cs typeface="Arial"/>
              </a:defRPr>
            </a:lvl5pPr>
            <a:lvl6pPr algn="l">
              <a:defRPr sz="2025" b="1">
                <a:solidFill>
                  <a:srgbClr val="16242B"/>
                </a:solidFill>
                <a:latin typeface="Arial"/>
                <a:ea typeface="Arial"/>
                <a:cs typeface="Arial"/>
              </a:defRPr>
            </a:lvl6pPr>
            <a:lvl7pPr algn="l">
              <a:defRPr sz="2025" b="1">
                <a:solidFill>
                  <a:srgbClr val="16242B"/>
                </a:solidFill>
                <a:latin typeface="Arial"/>
                <a:ea typeface="Arial"/>
                <a:cs typeface="Arial"/>
              </a:defRPr>
            </a:lvl7pPr>
            <a:lvl8pPr algn="l">
              <a:defRPr sz="2025" b="1">
                <a:solidFill>
                  <a:srgbClr val="16242B"/>
                </a:solidFill>
                <a:latin typeface="Arial"/>
                <a:ea typeface="Arial"/>
                <a:cs typeface="Arial"/>
              </a:defRPr>
            </a:lvl8pPr>
            <a:lvl9pPr algn="l">
              <a:defRPr sz="2025" b="1">
                <a:solidFill>
                  <a:srgbClr val="16242B"/>
                </a:solidFill>
                <a:latin typeface="Arial"/>
                <a:ea typeface="Arial"/>
                <a:cs typeface="Arial"/>
              </a:defRPr>
            </a:lvl9pPr>
          </a:lstStyle>
          <a:p xmlns:a="http://schemas.openxmlformats.org/drawingml/2006/main">
            <a:pPr algn="l">
              <a:defRPr sz="2025" b="1">
                <a:solidFill>
                  <a:srgbClr val="16242B"/>
                </a:solidFill>
                <a:latin typeface="Arial"/>
                <a:ea typeface="Arial"/>
                <a:cs typeface="Arial"/>
              </a:defRPr>
            </a:pPr>
            <a:r>
              <a:rPr sz="2025" b="1">
                <a:solidFill>
                  <a:srgbClr val="16242B"/>
                </a:solidFill>
                <a:latin typeface="Arial"/>
                <a:ea typeface="Arial"/>
                <a:cs typeface="Arial"/>
              </a:rPr>
              <a:t>Continuity</a:t>
            </a:r>
          </a:p>
        </p:txBody>
      </p:sp>
      <p:sp>
        <p:nvSpPr>
          <p:cNvPr id="14" name="craft-body-3">
            <a:extLst xmlns:a="http://schemas.openxmlformats.org/drawingml/2006/main">
              <a:ext uri="{FF2B5EF4-FFF2-40B4-BE49-F238E27FC236}">
                <a16:creationId xmlns:a16="http://schemas.microsoft.com/office/drawing/2014/main" id="{AE20A3AB-B4E5-4EA3-AC36-593DC51D359E}"/>
              </a:ext>
            </a:extLst>
          </p:cNvPr>
          <p:cNvSpPr>
            <a:spLocks xmlns:a="http://schemas.openxmlformats.org/drawingml/2006/main" noGrp="1"/>
          </p:cNvSpPr>
          <p:nvPr/>
        </p:nvSpPr>
        <p:spPr>
          <a:xfrm xmlns:a="http://schemas.openxmlformats.org/drawingml/2006/main">
            <a:off x="2876550" y="5038725"/>
            <a:ext cx="842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0">
                <a:solidFill>
                  <a:srgbClr val="526773"/>
                </a:solidFill>
                <a:latin typeface="Arial"/>
                <a:ea typeface="Arial"/>
                <a:cs typeface="Arial"/>
              </a:defRPr>
            </a:defPPr>
            <a:lvl1pPr algn="l">
              <a:defRPr sz="2025" b="0">
                <a:solidFill>
                  <a:srgbClr val="526773"/>
                </a:solidFill>
                <a:latin typeface="Arial"/>
                <a:ea typeface="Arial"/>
                <a:cs typeface="Arial"/>
              </a:defRPr>
            </a:lvl1pPr>
            <a:lvl2pPr algn="l">
              <a:defRPr sz="2025" b="0">
                <a:solidFill>
                  <a:srgbClr val="526773"/>
                </a:solidFill>
                <a:latin typeface="Arial"/>
                <a:ea typeface="Arial"/>
                <a:cs typeface="Arial"/>
              </a:defRPr>
            </a:lvl2pPr>
            <a:lvl3pPr algn="l">
              <a:defRPr sz="2025" b="0">
                <a:solidFill>
                  <a:srgbClr val="526773"/>
                </a:solidFill>
                <a:latin typeface="Arial"/>
                <a:ea typeface="Arial"/>
                <a:cs typeface="Arial"/>
              </a:defRPr>
            </a:lvl3pPr>
            <a:lvl4pPr algn="l">
              <a:defRPr sz="2025" b="0">
                <a:solidFill>
                  <a:srgbClr val="526773"/>
                </a:solidFill>
                <a:latin typeface="Arial"/>
                <a:ea typeface="Arial"/>
                <a:cs typeface="Arial"/>
              </a:defRPr>
            </a:lvl4pPr>
            <a:lvl5pPr algn="l">
              <a:defRPr sz="2025" b="0">
                <a:solidFill>
                  <a:srgbClr val="526773"/>
                </a:solidFill>
                <a:latin typeface="Arial"/>
                <a:ea typeface="Arial"/>
                <a:cs typeface="Arial"/>
              </a:defRPr>
            </a:lvl5pPr>
            <a:lvl6pPr algn="l">
              <a:defRPr sz="2025" b="0">
                <a:solidFill>
                  <a:srgbClr val="526773"/>
                </a:solidFill>
                <a:latin typeface="Arial"/>
                <a:ea typeface="Arial"/>
                <a:cs typeface="Arial"/>
              </a:defRPr>
            </a:lvl6pPr>
            <a:lvl7pPr algn="l">
              <a:defRPr sz="2025" b="0">
                <a:solidFill>
                  <a:srgbClr val="526773"/>
                </a:solidFill>
                <a:latin typeface="Arial"/>
                <a:ea typeface="Arial"/>
                <a:cs typeface="Arial"/>
              </a:defRPr>
            </a:lvl7pPr>
            <a:lvl8pPr algn="l">
              <a:defRPr sz="2025" b="0">
                <a:solidFill>
                  <a:srgbClr val="526773"/>
                </a:solidFill>
                <a:latin typeface="Arial"/>
                <a:ea typeface="Arial"/>
                <a:cs typeface="Arial"/>
              </a:defRPr>
            </a:lvl8pPr>
            <a:lvl9pPr algn="l">
              <a:defRPr sz="2025" b="0">
                <a:solidFill>
                  <a:srgbClr val="526773"/>
                </a:solidFill>
                <a:latin typeface="Arial"/>
                <a:ea typeface="Arial"/>
                <a:cs typeface="Arial"/>
              </a:defRPr>
            </a:lvl9pPr>
          </a:lstStyle>
          <a:p xmlns:a="http://schemas.openxmlformats.org/drawingml/2006/main">
            <a:pPr algn="l">
              <a:defRPr sz="2025" b="0">
                <a:solidFill>
                  <a:srgbClr val="526773"/>
                </a:solidFill>
                <a:latin typeface="Arial"/>
                <a:ea typeface="Arial"/>
                <a:cs typeface="Arial"/>
              </a:defRPr>
            </a:pPr>
            <a:r>
              <a:rPr sz="2025" b="0">
                <a:solidFill>
                  <a:srgbClr val="526773"/>
                </a:solidFill>
                <a:latin typeface="Arial"/>
                <a:ea typeface="Arial"/>
                <a:cs typeface="Arial"/>
              </a:rPr>
              <a:t>Preserve identity, direction, contact and sound.</a:t>
            </a:r>
          </a:p>
        </p:txBody>
      </p:sp>
    </p:spTree>
    <p:extLst>
      <p:ext uri="{BB962C8B-B14F-4D97-AF65-F5344CB8AC3E}">
        <p14:creationId xmlns:p14="http://schemas.microsoft.com/office/powerpoint/2010/main" val="768232614"/>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A1030800-14E4-45F2-B499-142D7A4F31DB}"/>
              </a:ext>
            </a:extLst>
          </p:cNvPr>
          <p:cNvCxnSpPr>
            <a:stCxn xmlns:a="http://schemas.openxmlformats.org/drawingml/2006/main" id="8" idx="1"/>
            <a:endCxn xmlns:a="http://schemas.openxmlformats.org/drawingml/2006/main" id="9" idx="3"/>
          </p:cNvCxnSpPr>
          <p:nvPr/>
        </p:nvCxnSpPr>
        <p:spPr>
          <a:xfrm xmlns:a="http://schemas.openxmlformats.org/drawingml/2006/main" flipH="1">
            <a:off x="3409950" y="4781550"/>
            <a:ext cx="1304925" cy="0"/>
          </a:xfrm>
          <a:prstGeom xmlns:a="http://schemas.openxmlformats.org/drawingml/2006/main" prst="straightConnector1">
            <a:avLst/>
          </a:prstGeom>
          <a:ln xmlns:a="http://schemas.openxmlformats.org/drawingml/2006/main" w="19050">
            <a:solidFill>
              <a:srgbClr val="006F70"/>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0D9D6139-1717-4B15-8B7E-A8DCF93BDA76}"/>
              </a:ext>
            </a:extLst>
          </p:cNvPr>
          <p:cNvCxnSpPr>
            <a:stCxn xmlns:a="http://schemas.openxmlformats.org/drawingml/2006/main" id="7" idx="1"/>
            <a:endCxn xmlns:a="http://schemas.openxmlformats.org/drawingml/2006/main" id="8" idx="3"/>
          </p:cNvCxnSpPr>
          <p:nvPr/>
        </p:nvCxnSpPr>
        <p:spPr>
          <a:xfrm xmlns:a="http://schemas.openxmlformats.org/drawingml/2006/main" flipH="1">
            <a:off x="7477125" y="4781550"/>
            <a:ext cx="1304925" cy="0"/>
          </a:xfrm>
          <a:prstGeom xmlns:a="http://schemas.openxmlformats.org/drawingml/2006/main" prst="straightConnector1">
            <a:avLst/>
          </a:prstGeom>
          <a:ln xmlns:a="http://schemas.openxmlformats.org/drawingml/2006/main" w="19050">
            <a:solidFill>
              <a:srgbClr val="006F70"/>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098B82BC-2269-40E5-8937-47B8342277AD}"/>
              </a:ext>
            </a:extLst>
          </p:cNvPr>
          <p:cNvCxnSpPr>
            <a:stCxn xmlns:a="http://schemas.openxmlformats.org/drawingml/2006/main" id="6" idx="2"/>
            <a:endCxn xmlns:a="http://schemas.openxmlformats.org/drawingml/2006/main" id="7" idx="0"/>
          </p:cNvCxnSpPr>
          <p:nvPr/>
        </p:nvCxnSpPr>
        <p:spPr>
          <a:xfrm xmlns:a="http://schemas.openxmlformats.org/drawingml/2006/main">
            <a:off x="10163175" y="3048000"/>
            <a:ext cx="0" cy="1257300"/>
          </a:xfrm>
          <a:prstGeom xmlns:a="http://schemas.openxmlformats.org/drawingml/2006/main" prst="straightConnector1">
            <a:avLst/>
          </a:prstGeom>
          <a:ln xmlns:a="http://schemas.openxmlformats.org/drawingml/2006/main" w="19050">
            <a:solidFill>
              <a:srgbClr val="006F70"/>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83F3651B-E56A-405B-8680-7DC810A8982A}"/>
              </a:ext>
            </a:extLst>
          </p:cNvPr>
          <p:cNvCxnSpPr>
            <a:stCxn xmlns:a="http://schemas.openxmlformats.org/drawingml/2006/main" id="5" idx="3"/>
            <a:endCxn xmlns:a="http://schemas.openxmlformats.org/drawingml/2006/main" id="6" idx="1"/>
          </p:cNvCxnSpPr>
          <p:nvPr/>
        </p:nvCxnSpPr>
        <p:spPr>
          <a:xfrm xmlns:a="http://schemas.openxmlformats.org/drawingml/2006/main">
            <a:off x="7477125" y="2571750"/>
            <a:ext cx="1304925" cy="0"/>
          </a:xfrm>
          <a:prstGeom xmlns:a="http://schemas.openxmlformats.org/drawingml/2006/main" prst="straightConnector1">
            <a:avLst/>
          </a:prstGeom>
          <a:ln xmlns:a="http://schemas.openxmlformats.org/drawingml/2006/main" w="19050">
            <a:solidFill>
              <a:srgbClr val="006F70"/>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E3DADAEA-423E-45AE-9265-25A6E7CFC25E}"/>
              </a:ext>
            </a:extLst>
          </p:cNvPr>
          <p:cNvCxnSpPr>
            <a:stCxn xmlns:a="http://schemas.openxmlformats.org/drawingml/2006/main" id="4" idx="3"/>
            <a:endCxn xmlns:a="http://schemas.openxmlformats.org/drawingml/2006/main" id="5" idx="1"/>
          </p:cNvCxnSpPr>
          <p:nvPr/>
        </p:nvCxnSpPr>
        <p:spPr>
          <a:xfrm xmlns:a="http://schemas.openxmlformats.org/drawingml/2006/main">
            <a:off x="3409950" y="2571750"/>
            <a:ext cx="1304925" cy="0"/>
          </a:xfrm>
          <a:prstGeom xmlns:a="http://schemas.openxmlformats.org/drawingml/2006/main" prst="straightConnector1">
            <a:avLst/>
          </a:prstGeom>
          <a:ln xmlns:a="http://schemas.openxmlformats.org/drawingml/2006/main" w="19050">
            <a:solidFill>
              <a:srgbClr val="006F70"/>
            </a:solidFill>
            <a:prstDash val="solid"/>
            <a:tailEnd type="triangle" w="sm" len="sm"/>
          </a:ln>
        </p:spPr>
      </p:cxnSp>
      <p:sp>
        <p:nvSpPr>
          <p:cNvPr id="21" name="title">
            <a:extLst xmlns:a="http://schemas.openxmlformats.org/drawingml/2006/main">
              <a:ext uri="{FF2B5EF4-FFF2-40B4-BE49-F238E27FC236}">
                <a16:creationId xmlns:a16="http://schemas.microsoft.com/office/drawing/2014/main" id="{E2EF14C4-883F-4011-A0D3-9B76408315D6}"/>
              </a:ext>
            </a:extLst>
          </p:cNvPr>
          <p:cNvSpPr>
            <a:spLocks xmlns:a="http://schemas.openxmlformats.org/drawingml/2006/main" noGrp="1"/>
          </p:cNvSpPr>
          <p:nvPr/>
        </p:nvSpPr>
        <p:spPr>
          <a:xfrm xmlns:a="http://schemas.openxmlformats.org/drawingml/2006/main">
            <a:off x="628650" y="447675"/>
            <a:ext cx="10934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450" b="1">
                <a:solidFill>
                  <a:srgbClr val="16242B"/>
                </a:solidFill>
                <a:latin typeface="Arial"/>
                <a:ea typeface="Arial"/>
                <a:cs typeface="Arial"/>
              </a:defRPr>
            </a:defPPr>
            <a:lvl1pPr algn="l">
              <a:defRPr sz="3450" b="1">
                <a:solidFill>
                  <a:srgbClr val="16242B"/>
                </a:solidFill>
                <a:latin typeface="Arial"/>
                <a:ea typeface="Arial"/>
                <a:cs typeface="Arial"/>
              </a:defRPr>
            </a:lvl1pPr>
            <a:lvl2pPr algn="l">
              <a:defRPr sz="3450" b="1">
                <a:solidFill>
                  <a:srgbClr val="16242B"/>
                </a:solidFill>
                <a:latin typeface="Arial"/>
                <a:ea typeface="Arial"/>
                <a:cs typeface="Arial"/>
              </a:defRPr>
            </a:lvl2pPr>
            <a:lvl3pPr algn="l">
              <a:defRPr sz="3450" b="1">
                <a:solidFill>
                  <a:srgbClr val="16242B"/>
                </a:solidFill>
                <a:latin typeface="Arial"/>
                <a:ea typeface="Arial"/>
                <a:cs typeface="Arial"/>
              </a:defRPr>
            </a:lvl3pPr>
            <a:lvl4pPr algn="l">
              <a:defRPr sz="3450" b="1">
                <a:solidFill>
                  <a:srgbClr val="16242B"/>
                </a:solidFill>
                <a:latin typeface="Arial"/>
                <a:ea typeface="Arial"/>
                <a:cs typeface="Arial"/>
              </a:defRPr>
            </a:lvl4pPr>
            <a:lvl5pPr algn="l">
              <a:defRPr sz="3450" b="1">
                <a:solidFill>
                  <a:srgbClr val="16242B"/>
                </a:solidFill>
                <a:latin typeface="Arial"/>
                <a:ea typeface="Arial"/>
                <a:cs typeface="Arial"/>
              </a:defRPr>
            </a:lvl5pPr>
            <a:lvl6pPr algn="l">
              <a:defRPr sz="3450" b="1">
                <a:solidFill>
                  <a:srgbClr val="16242B"/>
                </a:solidFill>
                <a:latin typeface="Arial"/>
                <a:ea typeface="Arial"/>
                <a:cs typeface="Arial"/>
              </a:defRPr>
            </a:lvl6pPr>
            <a:lvl7pPr algn="l">
              <a:defRPr sz="3450" b="1">
                <a:solidFill>
                  <a:srgbClr val="16242B"/>
                </a:solidFill>
                <a:latin typeface="Arial"/>
                <a:ea typeface="Arial"/>
                <a:cs typeface="Arial"/>
              </a:defRPr>
            </a:lvl7pPr>
            <a:lvl8pPr algn="l">
              <a:defRPr sz="3450" b="1">
                <a:solidFill>
                  <a:srgbClr val="16242B"/>
                </a:solidFill>
                <a:latin typeface="Arial"/>
                <a:ea typeface="Arial"/>
                <a:cs typeface="Arial"/>
              </a:defRPr>
            </a:lvl8pPr>
            <a:lvl9pPr algn="l">
              <a:defRPr sz="3450" b="1">
                <a:solidFill>
                  <a:srgbClr val="16242B"/>
                </a:solidFill>
                <a:latin typeface="Arial"/>
                <a:ea typeface="Arial"/>
                <a:cs typeface="Arial"/>
              </a:defRPr>
            </a:lvl9pPr>
          </a:lstStyle>
          <a:p xmlns:a="http://schemas.openxmlformats.org/drawingml/2006/main">
            <a:pPr algn="l">
              <a:defRPr sz="3450" b="1">
                <a:solidFill>
                  <a:srgbClr val="16242B"/>
                </a:solidFill>
                <a:latin typeface="Arial"/>
                <a:ea typeface="Arial"/>
                <a:cs typeface="Arial"/>
              </a:defRPr>
            </a:pPr>
            <a:r>
              <a:rPr sz="3450" b="1">
                <a:solidFill>
                  <a:srgbClr val="16242B"/>
                </a:solidFill>
                <a:latin typeface="Arial"/>
                <a:ea typeface="Arial"/>
                <a:cs typeface="Arial"/>
              </a:rPr>
              <a:t>A workflow with feedback</a:t>
            </a:r>
          </a:p>
        </p:txBody>
      </p:sp>
      <p:sp>
        <p:nvSpPr>
          <p:cNvPr id="2" name="page">
            <a:extLst xmlns:a="http://schemas.openxmlformats.org/drawingml/2006/main">
              <a:ext uri="{FF2B5EF4-FFF2-40B4-BE49-F238E27FC236}">
                <a16:creationId xmlns:a16="http://schemas.microsoft.com/office/drawing/2014/main" id="{29CB7B88-9D7D-4E89-99D8-A35D37227D5D}"/>
              </a:ext>
            </a:extLst>
          </p:cNvPr>
          <p:cNvSpPr>
            <a:spLocks xmlns:a="http://schemas.openxmlformats.org/drawingml/2006/main" noGrp="1"/>
          </p:cNvSpPr>
          <p:nvPr/>
        </p:nvSpPr>
        <p:spPr>
          <a:xfrm xmlns:a="http://schemas.openxmlformats.org/drawingml/2006/main">
            <a:off x="11049000" y="61626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0">
                <a:solidFill>
                  <a:srgbClr val="526773"/>
                </a:solidFill>
                <a:latin typeface="Arial"/>
                <a:ea typeface="Arial"/>
                <a:cs typeface="Arial"/>
              </a:defRPr>
            </a:defPPr>
            <a:lvl1pPr algn="l">
              <a:defRPr sz="1275" b="0">
                <a:solidFill>
                  <a:srgbClr val="526773"/>
                </a:solidFill>
                <a:latin typeface="Arial"/>
                <a:ea typeface="Arial"/>
                <a:cs typeface="Arial"/>
              </a:defRPr>
            </a:lvl1pPr>
            <a:lvl2pPr algn="l">
              <a:defRPr sz="1275" b="0">
                <a:solidFill>
                  <a:srgbClr val="526773"/>
                </a:solidFill>
                <a:latin typeface="Arial"/>
                <a:ea typeface="Arial"/>
                <a:cs typeface="Arial"/>
              </a:defRPr>
            </a:lvl2pPr>
            <a:lvl3pPr algn="l">
              <a:defRPr sz="1275" b="0">
                <a:solidFill>
                  <a:srgbClr val="526773"/>
                </a:solidFill>
                <a:latin typeface="Arial"/>
                <a:ea typeface="Arial"/>
                <a:cs typeface="Arial"/>
              </a:defRPr>
            </a:lvl3pPr>
            <a:lvl4pPr algn="l">
              <a:defRPr sz="1275" b="0">
                <a:solidFill>
                  <a:srgbClr val="526773"/>
                </a:solidFill>
                <a:latin typeface="Arial"/>
                <a:ea typeface="Arial"/>
                <a:cs typeface="Arial"/>
              </a:defRPr>
            </a:lvl4pPr>
            <a:lvl5pPr algn="l">
              <a:defRPr sz="1275" b="0">
                <a:solidFill>
                  <a:srgbClr val="526773"/>
                </a:solidFill>
                <a:latin typeface="Arial"/>
                <a:ea typeface="Arial"/>
                <a:cs typeface="Arial"/>
              </a:defRPr>
            </a:lvl5pPr>
            <a:lvl6pPr algn="l">
              <a:defRPr sz="1275" b="0">
                <a:solidFill>
                  <a:srgbClr val="526773"/>
                </a:solidFill>
                <a:latin typeface="Arial"/>
                <a:ea typeface="Arial"/>
                <a:cs typeface="Arial"/>
              </a:defRPr>
            </a:lvl6pPr>
            <a:lvl7pPr algn="l">
              <a:defRPr sz="1275" b="0">
                <a:solidFill>
                  <a:srgbClr val="526773"/>
                </a:solidFill>
                <a:latin typeface="Arial"/>
                <a:ea typeface="Arial"/>
                <a:cs typeface="Arial"/>
              </a:defRPr>
            </a:lvl7pPr>
            <a:lvl8pPr algn="l">
              <a:defRPr sz="1275" b="0">
                <a:solidFill>
                  <a:srgbClr val="526773"/>
                </a:solidFill>
                <a:latin typeface="Arial"/>
                <a:ea typeface="Arial"/>
                <a:cs typeface="Arial"/>
              </a:defRPr>
            </a:lvl8pPr>
            <a:lvl9pPr algn="l">
              <a:defRPr sz="1275" b="0">
                <a:solidFill>
                  <a:srgbClr val="526773"/>
                </a:solidFill>
                <a:latin typeface="Arial"/>
                <a:ea typeface="Arial"/>
                <a:cs typeface="Arial"/>
              </a:defRPr>
            </a:lvl9pPr>
          </a:lstStyle>
          <a:p xmlns:a="http://schemas.openxmlformats.org/drawingml/2006/main">
            <a:pPr algn="l">
              <a:defRPr sz="1275" b="0">
                <a:solidFill>
                  <a:srgbClr val="526773"/>
                </a:solidFill>
                <a:latin typeface="Arial"/>
                <a:ea typeface="Arial"/>
                <a:cs typeface="Arial"/>
              </a:defRPr>
            </a:pPr>
            <a:r>
              <a:rPr sz="1275" b="0">
                <a:solidFill>
                  <a:srgbClr val="526773"/>
                </a:solidFill>
                <a:latin typeface="Arial"/>
                <a:ea typeface="Arial"/>
                <a:cs typeface="Arial"/>
              </a:rPr>
              <a:t>03</a:t>
            </a:r>
          </a:p>
        </p:txBody>
      </p:sp>
      <p:sp>
        <p:nvSpPr>
          <p:cNvPr id="3" name="flow-intro">
            <a:extLst xmlns:a="http://schemas.openxmlformats.org/drawingml/2006/main">
              <a:ext uri="{FF2B5EF4-FFF2-40B4-BE49-F238E27FC236}">
                <a16:creationId xmlns:a16="http://schemas.microsoft.com/office/drawing/2014/main" id="{32D5EDDD-2D75-4460-8099-2A1730233F1C}"/>
              </a:ext>
            </a:extLst>
          </p:cNvPr>
          <p:cNvSpPr>
            <a:spLocks xmlns:a="http://schemas.openxmlformats.org/drawingml/2006/main" noGrp="1"/>
          </p:cNvSpPr>
          <p:nvPr/>
        </p:nvSpPr>
        <p:spPr>
          <a:xfrm xmlns:a="http://schemas.openxmlformats.org/drawingml/2006/main">
            <a:off x="647700" y="120967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100" b="0">
                <a:solidFill>
                  <a:srgbClr val="526773"/>
                </a:solidFill>
                <a:latin typeface="Arial"/>
                <a:ea typeface="Arial"/>
                <a:cs typeface="Arial"/>
              </a:defRPr>
            </a:defPPr>
            <a:lvl1pPr algn="l">
              <a:defRPr sz="2100" b="0">
                <a:solidFill>
                  <a:srgbClr val="526773"/>
                </a:solidFill>
                <a:latin typeface="Arial"/>
                <a:ea typeface="Arial"/>
                <a:cs typeface="Arial"/>
              </a:defRPr>
            </a:lvl1pPr>
            <a:lvl2pPr algn="l">
              <a:defRPr sz="2100" b="0">
                <a:solidFill>
                  <a:srgbClr val="526773"/>
                </a:solidFill>
                <a:latin typeface="Arial"/>
                <a:ea typeface="Arial"/>
                <a:cs typeface="Arial"/>
              </a:defRPr>
            </a:lvl2pPr>
            <a:lvl3pPr algn="l">
              <a:defRPr sz="2100" b="0">
                <a:solidFill>
                  <a:srgbClr val="526773"/>
                </a:solidFill>
                <a:latin typeface="Arial"/>
                <a:ea typeface="Arial"/>
                <a:cs typeface="Arial"/>
              </a:defRPr>
            </a:lvl3pPr>
            <a:lvl4pPr algn="l">
              <a:defRPr sz="2100" b="0">
                <a:solidFill>
                  <a:srgbClr val="526773"/>
                </a:solidFill>
                <a:latin typeface="Arial"/>
                <a:ea typeface="Arial"/>
                <a:cs typeface="Arial"/>
              </a:defRPr>
            </a:lvl4pPr>
            <a:lvl5pPr algn="l">
              <a:defRPr sz="2100" b="0">
                <a:solidFill>
                  <a:srgbClr val="526773"/>
                </a:solidFill>
                <a:latin typeface="Arial"/>
                <a:ea typeface="Arial"/>
                <a:cs typeface="Arial"/>
              </a:defRPr>
            </a:lvl5pPr>
            <a:lvl6pPr algn="l">
              <a:defRPr sz="2100" b="0">
                <a:solidFill>
                  <a:srgbClr val="526773"/>
                </a:solidFill>
                <a:latin typeface="Arial"/>
                <a:ea typeface="Arial"/>
                <a:cs typeface="Arial"/>
              </a:defRPr>
            </a:lvl6pPr>
            <a:lvl7pPr algn="l">
              <a:defRPr sz="2100" b="0">
                <a:solidFill>
                  <a:srgbClr val="526773"/>
                </a:solidFill>
                <a:latin typeface="Arial"/>
                <a:ea typeface="Arial"/>
                <a:cs typeface="Arial"/>
              </a:defRPr>
            </a:lvl7pPr>
            <a:lvl8pPr algn="l">
              <a:defRPr sz="2100" b="0">
                <a:solidFill>
                  <a:srgbClr val="526773"/>
                </a:solidFill>
                <a:latin typeface="Arial"/>
                <a:ea typeface="Arial"/>
                <a:cs typeface="Arial"/>
              </a:defRPr>
            </a:lvl8pPr>
            <a:lvl9pPr algn="l">
              <a:defRPr sz="2100" b="0">
                <a:solidFill>
                  <a:srgbClr val="526773"/>
                </a:solidFill>
                <a:latin typeface="Arial"/>
                <a:ea typeface="Arial"/>
                <a:cs typeface="Arial"/>
              </a:defRPr>
            </a:lvl9pPr>
          </a:lstStyle>
          <a:p xmlns:a="http://schemas.openxmlformats.org/drawingml/2006/main">
            <a:pPr algn="l">
              <a:defRPr sz="2100" b="0">
                <a:solidFill>
                  <a:srgbClr val="526773"/>
                </a:solidFill>
                <a:latin typeface="Arial"/>
                <a:ea typeface="Arial"/>
                <a:cs typeface="Arial"/>
              </a:defRPr>
            </a:pPr>
            <a:r>
              <a:rPr sz="2100" b="0">
                <a:solidFill>
                  <a:srgbClr val="526773"/>
                </a:solidFill>
                <a:latin typeface="Arial"/>
                <a:ea typeface="Arial"/>
                <a:cs typeface="Arial"/>
              </a:rPr>
              <a:t>Keep the shortest path that produces a usable result.</a:t>
            </a:r>
          </a:p>
        </p:txBody>
      </p:sp>
      <p:sp>
        <p:nvSpPr>
          <p:cNvPr id="4" name="brief">
            <a:extLst xmlns:a="http://schemas.openxmlformats.org/drawingml/2006/main">
              <a:ext uri="{FF2B5EF4-FFF2-40B4-BE49-F238E27FC236}">
                <a16:creationId xmlns:a16="http://schemas.microsoft.com/office/drawing/2014/main" id="{9B5F1BBB-9CA5-4A4B-BCD6-01EA23119556}"/>
              </a:ext>
            </a:extLst>
          </p:cNvPr>
          <p:cNvSpPr>
            <a:spLocks xmlns:a="http://schemas.openxmlformats.org/drawingml/2006/main" noGrp="1"/>
          </p:cNvSpPr>
          <p:nvPr/>
        </p:nvSpPr>
        <p:spPr>
          <a:xfrm xmlns:a="http://schemas.openxmlformats.org/drawingml/2006/main">
            <a:off x="647700" y="2095500"/>
            <a:ext cx="2762250" cy="952500"/>
          </a:xfrm>
          <a:prstGeom xmlns:a="http://schemas.openxmlformats.org/drawingml/2006/main" prst="rect">
            <a:avLst/>
          </a:prstGeom>
          <a:solidFill xmlns:a="http://schemas.openxmlformats.org/drawingml/2006/main">
            <a:srgbClr val="F4F7FA"/>
          </a:solidFill>
          <a:ln xmlns:a="http://schemas.openxmlformats.org/drawingml/2006/main" w="14288">
            <a:solidFill>
              <a:srgbClr val="16242B"/>
            </a:solidFill>
            <a:prstDash val="solid"/>
          </a:ln>
        </p:spPr>
        <p:txBody>
          <a:bodyPr xmlns:a="http://schemas.openxmlformats.org/drawingml/2006/main" lIns="114300" tIns="114300" rIns="114300" bIns="114300" anchor="ctr"/>
          <a:lstStyle xmlns:a="http://schemas.openxmlformats.org/drawingml/2006/main">
            <a:defPPr algn="ctr">
              <a:defRPr sz="2025" b="1">
                <a:solidFill>
                  <a:srgbClr val="16242B"/>
                </a:solidFill>
                <a:latin typeface="Arial"/>
                <a:ea typeface="Arial"/>
                <a:cs typeface="Arial"/>
              </a:defRPr>
            </a:defPPr>
            <a:lvl1pPr algn="ctr">
              <a:defRPr sz="2025" b="1">
                <a:solidFill>
                  <a:srgbClr val="16242B"/>
                </a:solidFill>
                <a:latin typeface="Arial"/>
                <a:ea typeface="Arial"/>
                <a:cs typeface="Arial"/>
              </a:defRPr>
            </a:lvl1pPr>
            <a:lvl2pPr algn="ctr">
              <a:defRPr sz="2025" b="1">
                <a:solidFill>
                  <a:srgbClr val="16242B"/>
                </a:solidFill>
                <a:latin typeface="Arial"/>
                <a:ea typeface="Arial"/>
                <a:cs typeface="Arial"/>
              </a:defRPr>
            </a:lvl2pPr>
            <a:lvl3pPr algn="ctr">
              <a:defRPr sz="2025" b="1">
                <a:solidFill>
                  <a:srgbClr val="16242B"/>
                </a:solidFill>
                <a:latin typeface="Arial"/>
                <a:ea typeface="Arial"/>
                <a:cs typeface="Arial"/>
              </a:defRPr>
            </a:lvl3pPr>
            <a:lvl4pPr algn="ctr">
              <a:defRPr sz="2025" b="1">
                <a:solidFill>
                  <a:srgbClr val="16242B"/>
                </a:solidFill>
                <a:latin typeface="Arial"/>
                <a:ea typeface="Arial"/>
                <a:cs typeface="Arial"/>
              </a:defRPr>
            </a:lvl4pPr>
            <a:lvl5pPr algn="ctr">
              <a:defRPr sz="2025" b="1">
                <a:solidFill>
                  <a:srgbClr val="16242B"/>
                </a:solidFill>
                <a:latin typeface="Arial"/>
                <a:ea typeface="Arial"/>
                <a:cs typeface="Arial"/>
              </a:defRPr>
            </a:lvl5pPr>
            <a:lvl6pPr algn="ctr">
              <a:defRPr sz="2025" b="1">
                <a:solidFill>
                  <a:srgbClr val="16242B"/>
                </a:solidFill>
                <a:latin typeface="Arial"/>
                <a:ea typeface="Arial"/>
                <a:cs typeface="Arial"/>
              </a:defRPr>
            </a:lvl6pPr>
            <a:lvl7pPr algn="ctr">
              <a:defRPr sz="2025" b="1">
                <a:solidFill>
                  <a:srgbClr val="16242B"/>
                </a:solidFill>
                <a:latin typeface="Arial"/>
                <a:ea typeface="Arial"/>
                <a:cs typeface="Arial"/>
              </a:defRPr>
            </a:lvl7pPr>
            <a:lvl8pPr algn="ctr">
              <a:defRPr sz="2025" b="1">
                <a:solidFill>
                  <a:srgbClr val="16242B"/>
                </a:solidFill>
                <a:latin typeface="Arial"/>
                <a:ea typeface="Arial"/>
                <a:cs typeface="Arial"/>
              </a:defRPr>
            </a:lvl8pPr>
            <a:lvl9pPr algn="ctr">
              <a:defRPr sz="2025" b="1">
                <a:solidFill>
                  <a:srgbClr val="16242B"/>
                </a:solidFill>
                <a:latin typeface="Arial"/>
                <a:ea typeface="Arial"/>
                <a:cs typeface="Arial"/>
              </a:defRPr>
            </a:lvl9pPr>
          </a:lstStyle>
          <a:p xmlns:a="http://schemas.openxmlformats.org/drawingml/2006/main">
            <a:pPr algn="ctr">
              <a:defRPr sz="2025" b="1">
                <a:solidFill>
                  <a:srgbClr val="16242B"/>
                </a:solidFill>
                <a:latin typeface="Arial"/>
                <a:ea typeface="Arial"/>
                <a:cs typeface="Arial"/>
              </a:defRPr>
            </a:pPr>
            <a:r>
              <a:rPr sz="2025" b="1">
                <a:solidFill>
                  <a:srgbClr val="16242B"/>
                </a:solidFill>
                <a:latin typeface="Arial"/>
                <a:ea typeface="Arial"/>
                <a:cs typeface="Arial"/>
              </a:rPr>
              <a:t>1  Brief</a:t>
            </a:r>
          </a:p>
        </p:txBody>
      </p:sp>
      <p:sp>
        <p:nvSpPr>
          <p:cNvPr id="5" name="craft">
            <a:extLst xmlns:a="http://schemas.openxmlformats.org/drawingml/2006/main">
              <a:ext uri="{FF2B5EF4-FFF2-40B4-BE49-F238E27FC236}">
                <a16:creationId xmlns:a16="http://schemas.microsoft.com/office/drawing/2014/main" id="{1F3AEFD7-8D08-4545-BB6F-EDBC45E2BF10}"/>
              </a:ext>
            </a:extLst>
          </p:cNvPr>
          <p:cNvSpPr>
            <a:spLocks xmlns:a="http://schemas.openxmlformats.org/drawingml/2006/main" noGrp="1"/>
          </p:cNvSpPr>
          <p:nvPr/>
        </p:nvSpPr>
        <p:spPr>
          <a:xfrm xmlns:a="http://schemas.openxmlformats.org/drawingml/2006/main">
            <a:off x="4714875" y="2095500"/>
            <a:ext cx="2762250" cy="952500"/>
          </a:xfrm>
          <a:prstGeom xmlns:a="http://schemas.openxmlformats.org/drawingml/2006/main" prst="rect">
            <a:avLst/>
          </a:prstGeom>
          <a:solidFill xmlns:a="http://schemas.openxmlformats.org/drawingml/2006/main">
            <a:srgbClr val="F4F7FA"/>
          </a:solidFill>
          <a:ln xmlns:a="http://schemas.openxmlformats.org/drawingml/2006/main" w="14288">
            <a:solidFill>
              <a:srgbClr val="16242B"/>
            </a:solidFill>
            <a:prstDash val="solid"/>
          </a:ln>
        </p:spPr>
        <p:txBody>
          <a:bodyPr xmlns:a="http://schemas.openxmlformats.org/drawingml/2006/main" lIns="114300" tIns="114300" rIns="114300" bIns="114300" anchor="ctr"/>
          <a:lstStyle xmlns:a="http://schemas.openxmlformats.org/drawingml/2006/main">
            <a:defPPr algn="ctr">
              <a:defRPr sz="2025" b="1">
                <a:solidFill>
                  <a:srgbClr val="16242B"/>
                </a:solidFill>
                <a:latin typeface="Arial"/>
                <a:ea typeface="Arial"/>
                <a:cs typeface="Arial"/>
              </a:defRPr>
            </a:defPPr>
            <a:lvl1pPr algn="ctr">
              <a:defRPr sz="2025" b="1">
                <a:solidFill>
                  <a:srgbClr val="16242B"/>
                </a:solidFill>
                <a:latin typeface="Arial"/>
                <a:ea typeface="Arial"/>
                <a:cs typeface="Arial"/>
              </a:defRPr>
            </a:lvl1pPr>
            <a:lvl2pPr algn="ctr">
              <a:defRPr sz="2025" b="1">
                <a:solidFill>
                  <a:srgbClr val="16242B"/>
                </a:solidFill>
                <a:latin typeface="Arial"/>
                <a:ea typeface="Arial"/>
                <a:cs typeface="Arial"/>
              </a:defRPr>
            </a:lvl2pPr>
            <a:lvl3pPr algn="ctr">
              <a:defRPr sz="2025" b="1">
                <a:solidFill>
                  <a:srgbClr val="16242B"/>
                </a:solidFill>
                <a:latin typeface="Arial"/>
                <a:ea typeface="Arial"/>
                <a:cs typeface="Arial"/>
              </a:defRPr>
            </a:lvl3pPr>
            <a:lvl4pPr algn="ctr">
              <a:defRPr sz="2025" b="1">
                <a:solidFill>
                  <a:srgbClr val="16242B"/>
                </a:solidFill>
                <a:latin typeface="Arial"/>
                <a:ea typeface="Arial"/>
                <a:cs typeface="Arial"/>
              </a:defRPr>
            </a:lvl4pPr>
            <a:lvl5pPr algn="ctr">
              <a:defRPr sz="2025" b="1">
                <a:solidFill>
                  <a:srgbClr val="16242B"/>
                </a:solidFill>
                <a:latin typeface="Arial"/>
                <a:ea typeface="Arial"/>
                <a:cs typeface="Arial"/>
              </a:defRPr>
            </a:lvl5pPr>
            <a:lvl6pPr algn="ctr">
              <a:defRPr sz="2025" b="1">
                <a:solidFill>
                  <a:srgbClr val="16242B"/>
                </a:solidFill>
                <a:latin typeface="Arial"/>
                <a:ea typeface="Arial"/>
                <a:cs typeface="Arial"/>
              </a:defRPr>
            </a:lvl6pPr>
            <a:lvl7pPr algn="ctr">
              <a:defRPr sz="2025" b="1">
                <a:solidFill>
                  <a:srgbClr val="16242B"/>
                </a:solidFill>
                <a:latin typeface="Arial"/>
                <a:ea typeface="Arial"/>
                <a:cs typeface="Arial"/>
              </a:defRPr>
            </a:lvl7pPr>
            <a:lvl8pPr algn="ctr">
              <a:defRPr sz="2025" b="1">
                <a:solidFill>
                  <a:srgbClr val="16242B"/>
                </a:solidFill>
                <a:latin typeface="Arial"/>
                <a:ea typeface="Arial"/>
                <a:cs typeface="Arial"/>
              </a:defRPr>
            </a:lvl8pPr>
            <a:lvl9pPr algn="ctr">
              <a:defRPr sz="2025" b="1">
                <a:solidFill>
                  <a:srgbClr val="16242B"/>
                </a:solidFill>
                <a:latin typeface="Arial"/>
                <a:ea typeface="Arial"/>
                <a:cs typeface="Arial"/>
              </a:defRPr>
            </a:lvl9pPr>
          </a:lstStyle>
          <a:p xmlns:a="http://schemas.openxmlformats.org/drawingml/2006/main">
            <a:pPr algn="ctr">
              <a:defRPr sz="2025" b="1">
                <a:solidFill>
                  <a:srgbClr val="16242B"/>
                </a:solidFill>
                <a:latin typeface="Arial"/>
                <a:ea typeface="Arial"/>
                <a:cs typeface="Arial"/>
              </a:defRPr>
            </a:pPr>
            <a:r>
              <a:rPr sz="2025" b="1">
                <a:solidFill>
                  <a:srgbClr val="16242B"/>
                </a:solidFill>
                <a:latin typeface="Arial"/>
                <a:ea typeface="Arial"/>
                <a:cs typeface="Arial"/>
              </a:rPr>
              <a:t>2  Craft</a:t>
            </a:r>
          </a:p>
        </p:txBody>
      </p:sp>
      <p:sp>
        <p:nvSpPr>
          <p:cNvPr id="6" name="build">
            <a:extLst xmlns:a="http://schemas.openxmlformats.org/drawingml/2006/main">
              <a:ext uri="{FF2B5EF4-FFF2-40B4-BE49-F238E27FC236}">
                <a16:creationId xmlns:a16="http://schemas.microsoft.com/office/drawing/2014/main" id="{E97148F4-7A46-4534-9818-9B96B8937C23}"/>
              </a:ext>
            </a:extLst>
          </p:cNvPr>
          <p:cNvSpPr>
            <a:spLocks xmlns:a="http://schemas.openxmlformats.org/drawingml/2006/main" noGrp="1"/>
          </p:cNvSpPr>
          <p:nvPr/>
        </p:nvSpPr>
        <p:spPr>
          <a:xfrm xmlns:a="http://schemas.openxmlformats.org/drawingml/2006/main">
            <a:off x="8782050" y="2095500"/>
            <a:ext cx="2762250" cy="952500"/>
          </a:xfrm>
          <a:prstGeom xmlns:a="http://schemas.openxmlformats.org/drawingml/2006/main" prst="rect">
            <a:avLst/>
          </a:prstGeom>
          <a:solidFill xmlns:a="http://schemas.openxmlformats.org/drawingml/2006/main">
            <a:srgbClr val="F4F7FA"/>
          </a:solidFill>
          <a:ln xmlns:a="http://schemas.openxmlformats.org/drawingml/2006/main" w="14288">
            <a:solidFill>
              <a:srgbClr val="16242B"/>
            </a:solidFill>
            <a:prstDash val="solid"/>
          </a:ln>
        </p:spPr>
        <p:txBody>
          <a:bodyPr xmlns:a="http://schemas.openxmlformats.org/drawingml/2006/main" lIns="114300" tIns="114300" rIns="114300" bIns="114300" anchor="ctr"/>
          <a:lstStyle xmlns:a="http://schemas.openxmlformats.org/drawingml/2006/main">
            <a:defPPr algn="ctr">
              <a:defRPr sz="2025" b="1">
                <a:solidFill>
                  <a:srgbClr val="16242B"/>
                </a:solidFill>
                <a:latin typeface="Arial"/>
                <a:ea typeface="Arial"/>
                <a:cs typeface="Arial"/>
              </a:defRPr>
            </a:defPPr>
            <a:lvl1pPr algn="ctr">
              <a:defRPr sz="2025" b="1">
                <a:solidFill>
                  <a:srgbClr val="16242B"/>
                </a:solidFill>
                <a:latin typeface="Arial"/>
                <a:ea typeface="Arial"/>
                <a:cs typeface="Arial"/>
              </a:defRPr>
            </a:lvl1pPr>
            <a:lvl2pPr algn="ctr">
              <a:defRPr sz="2025" b="1">
                <a:solidFill>
                  <a:srgbClr val="16242B"/>
                </a:solidFill>
                <a:latin typeface="Arial"/>
                <a:ea typeface="Arial"/>
                <a:cs typeface="Arial"/>
              </a:defRPr>
            </a:lvl2pPr>
            <a:lvl3pPr algn="ctr">
              <a:defRPr sz="2025" b="1">
                <a:solidFill>
                  <a:srgbClr val="16242B"/>
                </a:solidFill>
                <a:latin typeface="Arial"/>
                <a:ea typeface="Arial"/>
                <a:cs typeface="Arial"/>
              </a:defRPr>
            </a:lvl3pPr>
            <a:lvl4pPr algn="ctr">
              <a:defRPr sz="2025" b="1">
                <a:solidFill>
                  <a:srgbClr val="16242B"/>
                </a:solidFill>
                <a:latin typeface="Arial"/>
                <a:ea typeface="Arial"/>
                <a:cs typeface="Arial"/>
              </a:defRPr>
            </a:lvl4pPr>
            <a:lvl5pPr algn="ctr">
              <a:defRPr sz="2025" b="1">
                <a:solidFill>
                  <a:srgbClr val="16242B"/>
                </a:solidFill>
                <a:latin typeface="Arial"/>
                <a:ea typeface="Arial"/>
                <a:cs typeface="Arial"/>
              </a:defRPr>
            </a:lvl5pPr>
            <a:lvl6pPr algn="ctr">
              <a:defRPr sz="2025" b="1">
                <a:solidFill>
                  <a:srgbClr val="16242B"/>
                </a:solidFill>
                <a:latin typeface="Arial"/>
                <a:ea typeface="Arial"/>
                <a:cs typeface="Arial"/>
              </a:defRPr>
            </a:lvl6pPr>
            <a:lvl7pPr algn="ctr">
              <a:defRPr sz="2025" b="1">
                <a:solidFill>
                  <a:srgbClr val="16242B"/>
                </a:solidFill>
                <a:latin typeface="Arial"/>
                <a:ea typeface="Arial"/>
                <a:cs typeface="Arial"/>
              </a:defRPr>
            </a:lvl7pPr>
            <a:lvl8pPr algn="ctr">
              <a:defRPr sz="2025" b="1">
                <a:solidFill>
                  <a:srgbClr val="16242B"/>
                </a:solidFill>
                <a:latin typeface="Arial"/>
                <a:ea typeface="Arial"/>
                <a:cs typeface="Arial"/>
              </a:defRPr>
            </a:lvl8pPr>
            <a:lvl9pPr algn="ctr">
              <a:defRPr sz="2025" b="1">
                <a:solidFill>
                  <a:srgbClr val="16242B"/>
                </a:solidFill>
                <a:latin typeface="Arial"/>
                <a:ea typeface="Arial"/>
                <a:cs typeface="Arial"/>
              </a:defRPr>
            </a:lvl9pPr>
          </a:lstStyle>
          <a:p xmlns:a="http://schemas.openxmlformats.org/drawingml/2006/main">
            <a:pPr algn="ctr">
              <a:defRPr sz="2025" b="1">
                <a:solidFill>
                  <a:srgbClr val="16242B"/>
                </a:solidFill>
                <a:latin typeface="Arial"/>
                <a:ea typeface="Arial"/>
                <a:cs typeface="Arial"/>
              </a:defRPr>
            </a:pPr>
            <a:r>
              <a:rPr sz="2025" b="1">
                <a:solidFill>
                  <a:srgbClr val="16242B"/>
                </a:solidFill>
                <a:latin typeface="Arial"/>
                <a:ea typeface="Arial"/>
                <a:cs typeface="Arial"/>
              </a:rPr>
              <a:t>3  Build</a:t>
            </a:r>
          </a:p>
        </p:txBody>
      </p:sp>
      <p:sp>
        <p:nvSpPr>
          <p:cNvPr id="7" name="review">
            <a:extLst xmlns:a="http://schemas.openxmlformats.org/drawingml/2006/main">
              <a:ext uri="{FF2B5EF4-FFF2-40B4-BE49-F238E27FC236}">
                <a16:creationId xmlns:a16="http://schemas.microsoft.com/office/drawing/2014/main" id="{0EE20ABE-7F83-4655-A7B1-A523BE81A7C5}"/>
              </a:ext>
            </a:extLst>
          </p:cNvPr>
          <p:cNvSpPr>
            <a:spLocks xmlns:a="http://schemas.openxmlformats.org/drawingml/2006/main" noGrp="1"/>
          </p:cNvSpPr>
          <p:nvPr/>
        </p:nvSpPr>
        <p:spPr>
          <a:xfrm xmlns:a="http://schemas.openxmlformats.org/drawingml/2006/main">
            <a:off x="8782050" y="4305300"/>
            <a:ext cx="2762250" cy="952500"/>
          </a:xfrm>
          <a:prstGeom xmlns:a="http://schemas.openxmlformats.org/drawingml/2006/main" prst="rect">
            <a:avLst/>
          </a:prstGeom>
          <a:solidFill xmlns:a="http://schemas.openxmlformats.org/drawingml/2006/main">
            <a:srgbClr val="F4F7FA"/>
          </a:solidFill>
          <a:ln xmlns:a="http://schemas.openxmlformats.org/drawingml/2006/main" w="14288">
            <a:solidFill>
              <a:srgbClr val="16242B"/>
            </a:solidFill>
            <a:prstDash val="solid"/>
          </a:ln>
        </p:spPr>
        <p:txBody>
          <a:bodyPr xmlns:a="http://schemas.openxmlformats.org/drawingml/2006/main" lIns="114300" tIns="114300" rIns="114300" bIns="114300" anchor="ctr"/>
          <a:lstStyle xmlns:a="http://schemas.openxmlformats.org/drawingml/2006/main">
            <a:defPPr algn="ctr">
              <a:defRPr sz="2025" b="1">
                <a:solidFill>
                  <a:srgbClr val="16242B"/>
                </a:solidFill>
                <a:latin typeface="Arial"/>
                <a:ea typeface="Arial"/>
                <a:cs typeface="Arial"/>
              </a:defRPr>
            </a:defPPr>
            <a:lvl1pPr algn="ctr">
              <a:defRPr sz="2025" b="1">
                <a:solidFill>
                  <a:srgbClr val="16242B"/>
                </a:solidFill>
                <a:latin typeface="Arial"/>
                <a:ea typeface="Arial"/>
                <a:cs typeface="Arial"/>
              </a:defRPr>
            </a:lvl1pPr>
            <a:lvl2pPr algn="ctr">
              <a:defRPr sz="2025" b="1">
                <a:solidFill>
                  <a:srgbClr val="16242B"/>
                </a:solidFill>
                <a:latin typeface="Arial"/>
                <a:ea typeface="Arial"/>
                <a:cs typeface="Arial"/>
              </a:defRPr>
            </a:lvl2pPr>
            <a:lvl3pPr algn="ctr">
              <a:defRPr sz="2025" b="1">
                <a:solidFill>
                  <a:srgbClr val="16242B"/>
                </a:solidFill>
                <a:latin typeface="Arial"/>
                <a:ea typeface="Arial"/>
                <a:cs typeface="Arial"/>
              </a:defRPr>
            </a:lvl3pPr>
            <a:lvl4pPr algn="ctr">
              <a:defRPr sz="2025" b="1">
                <a:solidFill>
                  <a:srgbClr val="16242B"/>
                </a:solidFill>
                <a:latin typeface="Arial"/>
                <a:ea typeface="Arial"/>
                <a:cs typeface="Arial"/>
              </a:defRPr>
            </a:lvl4pPr>
            <a:lvl5pPr algn="ctr">
              <a:defRPr sz="2025" b="1">
                <a:solidFill>
                  <a:srgbClr val="16242B"/>
                </a:solidFill>
                <a:latin typeface="Arial"/>
                <a:ea typeface="Arial"/>
                <a:cs typeface="Arial"/>
              </a:defRPr>
            </a:lvl5pPr>
            <a:lvl6pPr algn="ctr">
              <a:defRPr sz="2025" b="1">
                <a:solidFill>
                  <a:srgbClr val="16242B"/>
                </a:solidFill>
                <a:latin typeface="Arial"/>
                <a:ea typeface="Arial"/>
                <a:cs typeface="Arial"/>
              </a:defRPr>
            </a:lvl6pPr>
            <a:lvl7pPr algn="ctr">
              <a:defRPr sz="2025" b="1">
                <a:solidFill>
                  <a:srgbClr val="16242B"/>
                </a:solidFill>
                <a:latin typeface="Arial"/>
                <a:ea typeface="Arial"/>
                <a:cs typeface="Arial"/>
              </a:defRPr>
            </a:lvl7pPr>
            <a:lvl8pPr algn="ctr">
              <a:defRPr sz="2025" b="1">
                <a:solidFill>
                  <a:srgbClr val="16242B"/>
                </a:solidFill>
                <a:latin typeface="Arial"/>
                <a:ea typeface="Arial"/>
                <a:cs typeface="Arial"/>
              </a:defRPr>
            </a:lvl8pPr>
            <a:lvl9pPr algn="ctr">
              <a:defRPr sz="2025" b="1">
                <a:solidFill>
                  <a:srgbClr val="16242B"/>
                </a:solidFill>
                <a:latin typeface="Arial"/>
                <a:ea typeface="Arial"/>
                <a:cs typeface="Arial"/>
              </a:defRPr>
            </a:lvl9pPr>
          </a:lstStyle>
          <a:p xmlns:a="http://schemas.openxmlformats.org/drawingml/2006/main">
            <a:pPr algn="ctr">
              <a:defRPr sz="2025" b="1">
                <a:solidFill>
                  <a:srgbClr val="16242B"/>
                </a:solidFill>
                <a:latin typeface="Arial"/>
                <a:ea typeface="Arial"/>
                <a:cs typeface="Arial"/>
              </a:defRPr>
            </a:pPr>
            <a:r>
              <a:rPr sz="2025" b="1">
                <a:solidFill>
                  <a:srgbClr val="16242B"/>
                </a:solidFill>
                <a:latin typeface="Arial"/>
                <a:ea typeface="Arial"/>
                <a:cs typeface="Arial"/>
              </a:rPr>
              <a:t>4  Render + review</a:t>
            </a:r>
          </a:p>
        </p:txBody>
      </p:sp>
      <p:sp>
        <p:nvSpPr>
          <p:cNvPr id="8" name="receiver">
            <a:extLst xmlns:a="http://schemas.openxmlformats.org/drawingml/2006/main">
              <a:ext uri="{FF2B5EF4-FFF2-40B4-BE49-F238E27FC236}">
                <a16:creationId xmlns:a16="http://schemas.microsoft.com/office/drawing/2014/main" id="{DC9C5646-75EF-4BB0-84D7-8DECF0099F34}"/>
              </a:ext>
            </a:extLst>
          </p:cNvPr>
          <p:cNvSpPr>
            <a:spLocks xmlns:a="http://schemas.openxmlformats.org/drawingml/2006/main" noGrp="1"/>
          </p:cNvSpPr>
          <p:nvPr/>
        </p:nvSpPr>
        <p:spPr>
          <a:xfrm xmlns:a="http://schemas.openxmlformats.org/drawingml/2006/main">
            <a:off x="4714875" y="4305300"/>
            <a:ext cx="2762250" cy="952500"/>
          </a:xfrm>
          <a:prstGeom xmlns:a="http://schemas.openxmlformats.org/drawingml/2006/main" prst="rect">
            <a:avLst/>
          </a:prstGeom>
          <a:solidFill xmlns:a="http://schemas.openxmlformats.org/drawingml/2006/main">
            <a:srgbClr val="F4F7FA"/>
          </a:solidFill>
          <a:ln xmlns:a="http://schemas.openxmlformats.org/drawingml/2006/main" w="14288">
            <a:solidFill>
              <a:srgbClr val="16242B"/>
            </a:solidFill>
            <a:prstDash val="solid"/>
          </a:ln>
        </p:spPr>
        <p:txBody>
          <a:bodyPr xmlns:a="http://schemas.openxmlformats.org/drawingml/2006/main" lIns="114300" tIns="114300" rIns="114300" bIns="114300" anchor="ctr"/>
          <a:lstStyle xmlns:a="http://schemas.openxmlformats.org/drawingml/2006/main">
            <a:defPPr algn="ctr">
              <a:defRPr sz="2025" b="1">
                <a:solidFill>
                  <a:srgbClr val="16242B"/>
                </a:solidFill>
                <a:latin typeface="Arial"/>
                <a:ea typeface="Arial"/>
                <a:cs typeface="Arial"/>
              </a:defRPr>
            </a:defPPr>
            <a:lvl1pPr algn="ctr">
              <a:defRPr sz="2025" b="1">
                <a:solidFill>
                  <a:srgbClr val="16242B"/>
                </a:solidFill>
                <a:latin typeface="Arial"/>
                <a:ea typeface="Arial"/>
                <a:cs typeface="Arial"/>
              </a:defRPr>
            </a:lvl1pPr>
            <a:lvl2pPr algn="ctr">
              <a:defRPr sz="2025" b="1">
                <a:solidFill>
                  <a:srgbClr val="16242B"/>
                </a:solidFill>
                <a:latin typeface="Arial"/>
                <a:ea typeface="Arial"/>
                <a:cs typeface="Arial"/>
              </a:defRPr>
            </a:lvl2pPr>
            <a:lvl3pPr algn="ctr">
              <a:defRPr sz="2025" b="1">
                <a:solidFill>
                  <a:srgbClr val="16242B"/>
                </a:solidFill>
                <a:latin typeface="Arial"/>
                <a:ea typeface="Arial"/>
                <a:cs typeface="Arial"/>
              </a:defRPr>
            </a:lvl3pPr>
            <a:lvl4pPr algn="ctr">
              <a:defRPr sz="2025" b="1">
                <a:solidFill>
                  <a:srgbClr val="16242B"/>
                </a:solidFill>
                <a:latin typeface="Arial"/>
                <a:ea typeface="Arial"/>
                <a:cs typeface="Arial"/>
              </a:defRPr>
            </a:lvl4pPr>
            <a:lvl5pPr algn="ctr">
              <a:defRPr sz="2025" b="1">
                <a:solidFill>
                  <a:srgbClr val="16242B"/>
                </a:solidFill>
                <a:latin typeface="Arial"/>
                <a:ea typeface="Arial"/>
                <a:cs typeface="Arial"/>
              </a:defRPr>
            </a:lvl5pPr>
            <a:lvl6pPr algn="ctr">
              <a:defRPr sz="2025" b="1">
                <a:solidFill>
                  <a:srgbClr val="16242B"/>
                </a:solidFill>
                <a:latin typeface="Arial"/>
                <a:ea typeface="Arial"/>
                <a:cs typeface="Arial"/>
              </a:defRPr>
            </a:lvl6pPr>
            <a:lvl7pPr algn="ctr">
              <a:defRPr sz="2025" b="1">
                <a:solidFill>
                  <a:srgbClr val="16242B"/>
                </a:solidFill>
                <a:latin typeface="Arial"/>
                <a:ea typeface="Arial"/>
                <a:cs typeface="Arial"/>
              </a:defRPr>
            </a:lvl7pPr>
            <a:lvl8pPr algn="ctr">
              <a:defRPr sz="2025" b="1">
                <a:solidFill>
                  <a:srgbClr val="16242B"/>
                </a:solidFill>
                <a:latin typeface="Arial"/>
                <a:ea typeface="Arial"/>
                <a:cs typeface="Arial"/>
              </a:defRPr>
            </a:lvl8pPr>
            <a:lvl9pPr algn="ctr">
              <a:defRPr sz="2025" b="1">
                <a:solidFill>
                  <a:srgbClr val="16242B"/>
                </a:solidFill>
                <a:latin typeface="Arial"/>
                <a:ea typeface="Arial"/>
                <a:cs typeface="Arial"/>
              </a:defRPr>
            </a:lvl9pPr>
          </a:lstStyle>
          <a:p xmlns:a="http://schemas.openxmlformats.org/drawingml/2006/main">
            <a:pPr algn="ctr">
              <a:defRPr sz="2025" b="1">
                <a:solidFill>
                  <a:srgbClr val="16242B"/>
                </a:solidFill>
                <a:latin typeface="Arial"/>
                <a:ea typeface="Arial"/>
                <a:cs typeface="Arial"/>
              </a:defRPr>
            </a:pPr>
            <a:r>
              <a:rPr sz="2025" b="1">
                <a:solidFill>
                  <a:srgbClr val="16242B"/>
                </a:solidFill>
                <a:latin typeface="Arial"/>
                <a:ea typeface="Arial"/>
                <a:cs typeface="Arial"/>
              </a:rPr>
              <a:t>5  Check the receiver</a:t>
            </a:r>
          </a:p>
        </p:txBody>
      </p:sp>
      <p:sp>
        <p:nvSpPr>
          <p:cNvPr id="9" name="deliver">
            <a:extLst xmlns:a="http://schemas.openxmlformats.org/drawingml/2006/main">
              <a:ext uri="{FF2B5EF4-FFF2-40B4-BE49-F238E27FC236}">
                <a16:creationId xmlns:a16="http://schemas.microsoft.com/office/drawing/2014/main" id="{85813078-B936-41A0-8D7F-DD2A848D84EC}"/>
              </a:ext>
            </a:extLst>
          </p:cNvPr>
          <p:cNvSpPr>
            <a:spLocks xmlns:a="http://schemas.openxmlformats.org/drawingml/2006/main" noGrp="1"/>
          </p:cNvSpPr>
          <p:nvPr/>
        </p:nvSpPr>
        <p:spPr>
          <a:xfrm xmlns:a="http://schemas.openxmlformats.org/drawingml/2006/main">
            <a:off x="647700" y="4305300"/>
            <a:ext cx="2762250" cy="952500"/>
          </a:xfrm>
          <a:prstGeom xmlns:a="http://schemas.openxmlformats.org/drawingml/2006/main" prst="rect">
            <a:avLst/>
          </a:prstGeom>
          <a:solidFill xmlns:a="http://schemas.openxmlformats.org/drawingml/2006/main">
            <a:srgbClr val="F4F7FA"/>
          </a:solidFill>
          <a:ln xmlns:a="http://schemas.openxmlformats.org/drawingml/2006/main" w="14288">
            <a:solidFill>
              <a:srgbClr val="006F70"/>
            </a:solidFill>
            <a:prstDash val="solid"/>
          </a:ln>
        </p:spPr>
        <p:txBody>
          <a:bodyPr xmlns:a="http://schemas.openxmlformats.org/drawingml/2006/main" lIns="114300" tIns="114300" rIns="114300" bIns="114300" anchor="ctr"/>
          <a:lstStyle xmlns:a="http://schemas.openxmlformats.org/drawingml/2006/main">
            <a:defPPr algn="ctr">
              <a:defRPr sz="2025" b="1">
                <a:solidFill>
                  <a:srgbClr val="006F70"/>
                </a:solidFill>
                <a:latin typeface="Arial"/>
                <a:ea typeface="Arial"/>
                <a:cs typeface="Arial"/>
              </a:defRPr>
            </a:defPPr>
            <a:lvl1pPr algn="ctr">
              <a:defRPr sz="2025" b="1">
                <a:solidFill>
                  <a:srgbClr val="006F70"/>
                </a:solidFill>
                <a:latin typeface="Arial"/>
                <a:ea typeface="Arial"/>
                <a:cs typeface="Arial"/>
              </a:defRPr>
            </a:lvl1pPr>
            <a:lvl2pPr algn="ctr">
              <a:defRPr sz="2025" b="1">
                <a:solidFill>
                  <a:srgbClr val="006F70"/>
                </a:solidFill>
                <a:latin typeface="Arial"/>
                <a:ea typeface="Arial"/>
                <a:cs typeface="Arial"/>
              </a:defRPr>
            </a:lvl2pPr>
            <a:lvl3pPr algn="ctr">
              <a:defRPr sz="2025" b="1">
                <a:solidFill>
                  <a:srgbClr val="006F70"/>
                </a:solidFill>
                <a:latin typeface="Arial"/>
                <a:ea typeface="Arial"/>
                <a:cs typeface="Arial"/>
              </a:defRPr>
            </a:lvl3pPr>
            <a:lvl4pPr algn="ctr">
              <a:defRPr sz="2025" b="1">
                <a:solidFill>
                  <a:srgbClr val="006F70"/>
                </a:solidFill>
                <a:latin typeface="Arial"/>
                <a:ea typeface="Arial"/>
                <a:cs typeface="Arial"/>
              </a:defRPr>
            </a:lvl4pPr>
            <a:lvl5pPr algn="ctr">
              <a:defRPr sz="2025" b="1">
                <a:solidFill>
                  <a:srgbClr val="006F70"/>
                </a:solidFill>
                <a:latin typeface="Arial"/>
                <a:ea typeface="Arial"/>
                <a:cs typeface="Arial"/>
              </a:defRPr>
            </a:lvl5pPr>
            <a:lvl6pPr algn="ctr">
              <a:defRPr sz="2025" b="1">
                <a:solidFill>
                  <a:srgbClr val="006F70"/>
                </a:solidFill>
                <a:latin typeface="Arial"/>
                <a:ea typeface="Arial"/>
                <a:cs typeface="Arial"/>
              </a:defRPr>
            </a:lvl6pPr>
            <a:lvl7pPr algn="ctr">
              <a:defRPr sz="2025" b="1">
                <a:solidFill>
                  <a:srgbClr val="006F70"/>
                </a:solidFill>
                <a:latin typeface="Arial"/>
                <a:ea typeface="Arial"/>
                <a:cs typeface="Arial"/>
              </a:defRPr>
            </a:lvl7pPr>
            <a:lvl8pPr algn="ctr">
              <a:defRPr sz="2025" b="1">
                <a:solidFill>
                  <a:srgbClr val="006F70"/>
                </a:solidFill>
                <a:latin typeface="Arial"/>
                <a:ea typeface="Arial"/>
                <a:cs typeface="Arial"/>
              </a:defRPr>
            </a:lvl8pPr>
            <a:lvl9pPr algn="ctr">
              <a:defRPr sz="2025" b="1">
                <a:solidFill>
                  <a:srgbClr val="006F70"/>
                </a:solidFill>
                <a:latin typeface="Arial"/>
                <a:ea typeface="Arial"/>
                <a:cs typeface="Arial"/>
              </a:defRPr>
            </a:lvl9pPr>
          </a:lstStyle>
          <a:p xmlns:a="http://schemas.openxmlformats.org/drawingml/2006/main">
            <a:pPr algn="ctr">
              <a:defRPr sz="2025" b="1">
                <a:solidFill>
                  <a:srgbClr val="006F70"/>
                </a:solidFill>
                <a:latin typeface="Arial"/>
                <a:ea typeface="Arial"/>
                <a:cs typeface="Arial"/>
              </a:defRPr>
            </a:pPr>
            <a:r>
              <a:rPr sz="2025" b="1">
                <a:solidFill>
                  <a:srgbClr val="006F70"/>
                </a:solidFill>
                <a:latin typeface="Arial"/>
                <a:ea typeface="Arial"/>
                <a:cs typeface="Arial"/>
              </a:rPr>
              <a:t>6  Deliver</a:t>
            </a:r>
          </a:p>
        </p:txBody>
      </p:sp>
      <p:sp>
        <p:nvSpPr>
          <p:cNvPr id="15" name="review-to-craft">
            <a:extLst xmlns:a="http://schemas.openxmlformats.org/drawingml/2006/main">
              <a:ext uri="{FF2B5EF4-FFF2-40B4-BE49-F238E27FC236}">
                <a16:creationId xmlns:a16="http://schemas.microsoft.com/office/drawing/2014/main" id="{B6A01622-3F19-4E40-A134-25DF1BC8A242}"/>
              </a:ext>
            </a:extLst>
          </p:cNvPr>
          <p:cNvSpPr>
            <a:spLocks xmlns:a="http://schemas.openxmlformats.org/drawingml/2006/main" noGrp="1"/>
          </p:cNvSpPr>
          <p:nvPr/>
        </p:nvSpPr>
        <p:spPr>
          <a:xfrm xmlns:a="http://schemas.openxmlformats.org/drawingml/2006/main">
            <a:off x="6096000" y="3048000"/>
            <a:ext cx="3524250" cy="1257300"/>
          </a:xfrm>
          <a:custGeom xmlns:a="http://schemas.openxmlformats.org/drawingml/2006/main">
            <a:pathLst>
              <a:path w="3524250" h="1257300">
                <a:moveTo>
                  <a:pt x="3524250" y="1257300"/>
                </a:moveTo>
                <a:lnTo>
                  <a:pt x="3524250" y="533400"/>
                </a:lnTo>
                <a:lnTo>
                  <a:pt x="0" y="533400"/>
                </a:lnTo>
                <a:lnTo>
                  <a:pt x="0" y="0"/>
                </a:lnTo>
              </a:path>
            </a:pathLst>
          </a:custGeom>
          <a:noFill xmlns:a="http://schemas.openxmlformats.org/drawingml/2006/main"/>
          <a:ln xmlns:a="http://schemas.openxmlformats.org/drawingml/2006/main" w="19050">
            <a:solidFill>
              <a:srgbClr val="7248B4"/>
            </a:solidFill>
            <a:prstDash val="solid"/>
          </a:ln>
        </p:spPr>
      </p:sp>
      <p:sp>
        <p:nvSpPr>
          <p:cNvPr id="16" name="review-to-craft-head">
            <a:extLst xmlns:a="http://schemas.openxmlformats.org/drawingml/2006/main">
              <a:ext uri="{FF2B5EF4-FFF2-40B4-BE49-F238E27FC236}">
                <a16:creationId xmlns:a16="http://schemas.microsoft.com/office/drawing/2014/main" id="{460747FA-FE29-4A91-A966-AD21C22A9B0B}"/>
              </a:ext>
            </a:extLst>
          </p:cNvPr>
          <p:cNvSpPr>
            <a:spLocks xmlns:a="http://schemas.openxmlformats.org/drawingml/2006/main" noGrp="1"/>
          </p:cNvSpPr>
          <p:nvPr/>
        </p:nvSpPr>
        <p:spPr>
          <a:xfrm xmlns:a="http://schemas.openxmlformats.org/drawingml/2006/main">
            <a:off x="6057900" y="3048000"/>
            <a:ext cx="76200" cy="76200"/>
          </a:xfrm>
          <a:custGeom xmlns:a="http://schemas.openxmlformats.org/drawingml/2006/main">
            <a:pathLst>
              <a:path w="76200" h="76200">
                <a:moveTo>
                  <a:pt x="38100" y="0"/>
                </a:moveTo>
                <a:lnTo>
                  <a:pt x="0" y="76200"/>
                </a:lnTo>
                <a:lnTo>
                  <a:pt x="76200" y="76200"/>
                </a:lnTo>
                <a:close/>
              </a:path>
            </a:pathLst>
          </a:custGeom>
          <a:solidFill xmlns:a="http://schemas.openxmlformats.org/drawingml/2006/main">
            <a:srgbClr val="7248B4"/>
          </a:solidFill>
          <a:ln xmlns:a="http://schemas.openxmlformats.org/drawingml/2006/main" w="0">
            <a:noFill/>
          </a:ln>
        </p:spPr>
      </p:sp>
      <p:sp>
        <p:nvSpPr>
          <p:cNvPr id="17" name="revision">
            <a:extLst xmlns:a="http://schemas.openxmlformats.org/drawingml/2006/main">
              <a:ext uri="{FF2B5EF4-FFF2-40B4-BE49-F238E27FC236}">
                <a16:creationId xmlns:a16="http://schemas.microsoft.com/office/drawing/2014/main" id="{21AD93C0-6B0F-491B-80D3-3DC4FD5429EE}"/>
              </a:ext>
            </a:extLst>
          </p:cNvPr>
          <p:cNvSpPr>
            <a:spLocks xmlns:a="http://schemas.openxmlformats.org/drawingml/2006/main" noGrp="1"/>
          </p:cNvSpPr>
          <p:nvPr/>
        </p:nvSpPr>
        <p:spPr>
          <a:xfrm xmlns:a="http://schemas.openxmlformats.org/drawingml/2006/main">
            <a:off x="6305550" y="3152775"/>
            <a:ext cx="3762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725" b="1">
                <a:solidFill>
                  <a:srgbClr val="7248B4"/>
                </a:solidFill>
                <a:latin typeface="Arial"/>
                <a:ea typeface="Arial"/>
                <a:cs typeface="Arial"/>
              </a:defRPr>
            </a:defPPr>
            <a:lvl1pPr algn="l">
              <a:defRPr sz="1725" b="1">
                <a:solidFill>
                  <a:srgbClr val="7248B4"/>
                </a:solidFill>
                <a:latin typeface="Arial"/>
                <a:ea typeface="Arial"/>
                <a:cs typeface="Arial"/>
              </a:defRPr>
            </a:lvl1pPr>
            <a:lvl2pPr algn="l">
              <a:defRPr sz="1725" b="1">
                <a:solidFill>
                  <a:srgbClr val="7248B4"/>
                </a:solidFill>
                <a:latin typeface="Arial"/>
                <a:ea typeface="Arial"/>
                <a:cs typeface="Arial"/>
              </a:defRPr>
            </a:lvl2pPr>
            <a:lvl3pPr algn="l">
              <a:defRPr sz="1725" b="1">
                <a:solidFill>
                  <a:srgbClr val="7248B4"/>
                </a:solidFill>
                <a:latin typeface="Arial"/>
                <a:ea typeface="Arial"/>
                <a:cs typeface="Arial"/>
              </a:defRPr>
            </a:lvl3pPr>
            <a:lvl4pPr algn="l">
              <a:defRPr sz="1725" b="1">
                <a:solidFill>
                  <a:srgbClr val="7248B4"/>
                </a:solidFill>
                <a:latin typeface="Arial"/>
                <a:ea typeface="Arial"/>
                <a:cs typeface="Arial"/>
              </a:defRPr>
            </a:lvl4pPr>
            <a:lvl5pPr algn="l">
              <a:defRPr sz="1725" b="1">
                <a:solidFill>
                  <a:srgbClr val="7248B4"/>
                </a:solidFill>
                <a:latin typeface="Arial"/>
                <a:ea typeface="Arial"/>
                <a:cs typeface="Arial"/>
              </a:defRPr>
            </a:lvl5pPr>
            <a:lvl6pPr algn="l">
              <a:defRPr sz="1725" b="1">
                <a:solidFill>
                  <a:srgbClr val="7248B4"/>
                </a:solidFill>
                <a:latin typeface="Arial"/>
                <a:ea typeface="Arial"/>
                <a:cs typeface="Arial"/>
              </a:defRPr>
            </a:lvl6pPr>
            <a:lvl7pPr algn="l">
              <a:defRPr sz="1725" b="1">
                <a:solidFill>
                  <a:srgbClr val="7248B4"/>
                </a:solidFill>
                <a:latin typeface="Arial"/>
                <a:ea typeface="Arial"/>
                <a:cs typeface="Arial"/>
              </a:defRPr>
            </a:lvl7pPr>
            <a:lvl8pPr algn="l">
              <a:defRPr sz="1725" b="1">
                <a:solidFill>
                  <a:srgbClr val="7248B4"/>
                </a:solidFill>
                <a:latin typeface="Arial"/>
                <a:ea typeface="Arial"/>
                <a:cs typeface="Arial"/>
              </a:defRPr>
            </a:lvl8pPr>
            <a:lvl9pPr algn="l">
              <a:defRPr sz="1725" b="1">
                <a:solidFill>
                  <a:srgbClr val="7248B4"/>
                </a:solidFill>
                <a:latin typeface="Arial"/>
                <a:ea typeface="Arial"/>
                <a:cs typeface="Arial"/>
              </a:defRPr>
            </a:lvl9pPr>
          </a:lstStyle>
          <a:p xmlns:a="http://schemas.openxmlformats.org/drawingml/2006/main">
            <a:pPr algn="l">
              <a:defRPr sz="1725" b="1">
                <a:solidFill>
                  <a:srgbClr val="7248B4"/>
                </a:solidFill>
                <a:latin typeface="Arial"/>
                <a:ea typeface="Arial"/>
                <a:cs typeface="Arial"/>
              </a:defRPr>
            </a:pPr>
            <a:r>
              <a:rPr sz="1725" b="1">
                <a:solidFill>
                  <a:srgbClr val="7248B4"/>
                </a:solidFill>
                <a:latin typeface="Arial"/>
                <a:ea typeface="Arial"/>
                <a:cs typeface="Arial"/>
              </a:rPr>
              <a:t>Revise the affected beat</a:t>
            </a:r>
          </a:p>
        </p:txBody>
      </p:sp>
      <p:sp>
        <p:nvSpPr>
          <p:cNvPr id="18" name="receiver-to-build">
            <a:extLst xmlns:a="http://schemas.openxmlformats.org/drawingml/2006/main">
              <a:ext uri="{FF2B5EF4-FFF2-40B4-BE49-F238E27FC236}">
                <a16:creationId xmlns:a16="http://schemas.microsoft.com/office/drawing/2014/main" id="{DBF63299-0D8F-46ED-874D-2DEBDD95FF64}"/>
              </a:ext>
            </a:extLst>
          </p:cNvPr>
          <p:cNvSpPr>
            <a:spLocks xmlns:a="http://schemas.openxmlformats.org/drawingml/2006/main" noGrp="1"/>
          </p:cNvSpPr>
          <p:nvPr/>
        </p:nvSpPr>
        <p:spPr>
          <a:xfrm xmlns:a="http://schemas.openxmlformats.org/drawingml/2006/main">
            <a:off x="6096000" y="2571750"/>
            <a:ext cx="5715000" cy="3086100"/>
          </a:xfrm>
          <a:custGeom xmlns:a="http://schemas.openxmlformats.org/drawingml/2006/main">
            <a:pathLst>
              <a:path w="5715000" h="3086100">
                <a:moveTo>
                  <a:pt x="0" y="2686050"/>
                </a:moveTo>
                <a:lnTo>
                  <a:pt x="0" y="3086100"/>
                </a:lnTo>
                <a:lnTo>
                  <a:pt x="5715000" y="3086100"/>
                </a:lnTo>
                <a:lnTo>
                  <a:pt x="5715000" y="0"/>
                </a:lnTo>
                <a:lnTo>
                  <a:pt x="5448300" y="0"/>
                </a:lnTo>
              </a:path>
            </a:pathLst>
          </a:custGeom>
          <a:noFill xmlns:a="http://schemas.openxmlformats.org/drawingml/2006/main"/>
          <a:ln xmlns:a="http://schemas.openxmlformats.org/drawingml/2006/main" w="19050">
            <a:solidFill>
              <a:srgbClr val="7248B4"/>
            </a:solidFill>
            <a:prstDash val="solid"/>
          </a:ln>
        </p:spPr>
      </p:sp>
      <p:sp>
        <p:nvSpPr>
          <p:cNvPr id="19" name="receiver-to-build-head">
            <a:extLst xmlns:a="http://schemas.openxmlformats.org/drawingml/2006/main">
              <a:ext uri="{FF2B5EF4-FFF2-40B4-BE49-F238E27FC236}">
                <a16:creationId xmlns:a16="http://schemas.microsoft.com/office/drawing/2014/main" id="{02C2369C-1C5B-4F15-B0E8-A6FCD328319C}"/>
              </a:ext>
            </a:extLst>
          </p:cNvPr>
          <p:cNvSpPr>
            <a:spLocks xmlns:a="http://schemas.openxmlformats.org/drawingml/2006/main" noGrp="1"/>
          </p:cNvSpPr>
          <p:nvPr/>
        </p:nvSpPr>
        <p:spPr>
          <a:xfrm xmlns:a="http://schemas.openxmlformats.org/drawingml/2006/main">
            <a:off x="11544300" y="2533650"/>
            <a:ext cx="76200" cy="76200"/>
          </a:xfrm>
          <a:custGeom xmlns:a="http://schemas.openxmlformats.org/drawingml/2006/main">
            <a:pathLst>
              <a:path w="76200" h="76200">
                <a:moveTo>
                  <a:pt x="0" y="38100"/>
                </a:moveTo>
                <a:lnTo>
                  <a:pt x="76200" y="0"/>
                </a:lnTo>
                <a:lnTo>
                  <a:pt x="76200" y="76200"/>
                </a:lnTo>
                <a:close/>
              </a:path>
            </a:pathLst>
          </a:custGeom>
          <a:solidFill xmlns:a="http://schemas.openxmlformats.org/drawingml/2006/main">
            <a:srgbClr val="7248B4"/>
          </a:solidFill>
          <a:ln xmlns:a="http://schemas.openxmlformats.org/drawingml/2006/main" w="0">
            <a:noFill/>
          </a:ln>
        </p:spPr>
      </p:sp>
      <p:sp>
        <p:nvSpPr>
          <p:cNvPr id="20" name="receiver-fix">
            <a:extLst xmlns:a="http://schemas.openxmlformats.org/drawingml/2006/main">
              <a:ext uri="{FF2B5EF4-FFF2-40B4-BE49-F238E27FC236}">
                <a16:creationId xmlns:a16="http://schemas.microsoft.com/office/drawing/2014/main" id="{21A5CC14-DB8B-4C75-9796-2D549B5FCB54}"/>
              </a:ext>
            </a:extLst>
          </p:cNvPr>
          <p:cNvSpPr>
            <a:spLocks xmlns:a="http://schemas.openxmlformats.org/drawingml/2006/main" noGrp="1"/>
          </p:cNvSpPr>
          <p:nvPr/>
        </p:nvSpPr>
        <p:spPr>
          <a:xfrm xmlns:a="http://schemas.openxmlformats.org/drawingml/2006/main">
            <a:off x="6438900" y="57721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725" b="1">
                <a:solidFill>
                  <a:srgbClr val="7248B4"/>
                </a:solidFill>
                <a:latin typeface="Arial"/>
                <a:ea typeface="Arial"/>
                <a:cs typeface="Arial"/>
              </a:defRPr>
            </a:defPPr>
            <a:lvl1pPr algn="l">
              <a:defRPr sz="1725" b="1">
                <a:solidFill>
                  <a:srgbClr val="7248B4"/>
                </a:solidFill>
                <a:latin typeface="Arial"/>
                <a:ea typeface="Arial"/>
                <a:cs typeface="Arial"/>
              </a:defRPr>
            </a:lvl1pPr>
            <a:lvl2pPr algn="l">
              <a:defRPr sz="1725" b="1">
                <a:solidFill>
                  <a:srgbClr val="7248B4"/>
                </a:solidFill>
                <a:latin typeface="Arial"/>
                <a:ea typeface="Arial"/>
                <a:cs typeface="Arial"/>
              </a:defRPr>
            </a:lvl2pPr>
            <a:lvl3pPr algn="l">
              <a:defRPr sz="1725" b="1">
                <a:solidFill>
                  <a:srgbClr val="7248B4"/>
                </a:solidFill>
                <a:latin typeface="Arial"/>
                <a:ea typeface="Arial"/>
                <a:cs typeface="Arial"/>
              </a:defRPr>
            </a:lvl3pPr>
            <a:lvl4pPr algn="l">
              <a:defRPr sz="1725" b="1">
                <a:solidFill>
                  <a:srgbClr val="7248B4"/>
                </a:solidFill>
                <a:latin typeface="Arial"/>
                <a:ea typeface="Arial"/>
                <a:cs typeface="Arial"/>
              </a:defRPr>
            </a:lvl4pPr>
            <a:lvl5pPr algn="l">
              <a:defRPr sz="1725" b="1">
                <a:solidFill>
                  <a:srgbClr val="7248B4"/>
                </a:solidFill>
                <a:latin typeface="Arial"/>
                <a:ea typeface="Arial"/>
                <a:cs typeface="Arial"/>
              </a:defRPr>
            </a:lvl5pPr>
            <a:lvl6pPr algn="l">
              <a:defRPr sz="1725" b="1">
                <a:solidFill>
                  <a:srgbClr val="7248B4"/>
                </a:solidFill>
                <a:latin typeface="Arial"/>
                <a:ea typeface="Arial"/>
                <a:cs typeface="Arial"/>
              </a:defRPr>
            </a:lvl6pPr>
            <a:lvl7pPr algn="l">
              <a:defRPr sz="1725" b="1">
                <a:solidFill>
                  <a:srgbClr val="7248B4"/>
                </a:solidFill>
                <a:latin typeface="Arial"/>
                <a:ea typeface="Arial"/>
                <a:cs typeface="Arial"/>
              </a:defRPr>
            </a:lvl7pPr>
            <a:lvl8pPr algn="l">
              <a:defRPr sz="1725" b="1">
                <a:solidFill>
                  <a:srgbClr val="7248B4"/>
                </a:solidFill>
                <a:latin typeface="Arial"/>
                <a:ea typeface="Arial"/>
                <a:cs typeface="Arial"/>
              </a:defRPr>
            </a:lvl8pPr>
            <a:lvl9pPr algn="l">
              <a:defRPr sz="1725" b="1">
                <a:solidFill>
                  <a:srgbClr val="7248B4"/>
                </a:solidFill>
                <a:latin typeface="Arial"/>
                <a:ea typeface="Arial"/>
                <a:cs typeface="Arial"/>
              </a:defRPr>
            </a:lvl9pPr>
          </a:lstStyle>
          <a:p xmlns:a="http://schemas.openxmlformats.org/drawingml/2006/main">
            <a:pPr algn="l">
              <a:defRPr sz="1725" b="1">
                <a:solidFill>
                  <a:srgbClr val="7248B4"/>
                </a:solidFill>
                <a:latin typeface="Arial"/>
                <a:ea typeface="Arial"/>
                <a:cs typeface="Arial"/>
              </a:defRPr>
            </a:pPr>
            <a:r>
              <a:rPr sz="1725" b="1">
                <a:solidFill>
                  <a:srgbClr val="7248B4"/>
                </a:solidFill>
                <a:latin typeface="Arial"/>
                <a:ea typeface="Arial"/>
                <a:cs typeface="Arial"/>
              </a:rPr>
              <a:t>Repair a handoff defect</a:t>
            </a:r>
          </a:p>
        </p:txBody>
      </p:sp>
    </p:spTree>
    <p:extLst>
      <p:ext uri="{BB962C8B-B14F-4D97-AF65-F5344CB8AC3E}">
        <p14:creationId xmlns:p14="http://schemas.microsoft.com/office/powerpoint/2010/main" val="375989821"/>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FAE2FCAE-9564-40AE-9049-9B7223BF3194}"/>
              </a:ext>
            </a:extLst>
          </p:cNvPr>
          <p:cNvSpPr>
            <a:spLocks xmlns:a="http://schemas.openxmlformats.org/drawingml/2006/main" noGrp="1"/>
          </p:cNvSpPr>
          <p:nvPr/>
        </p:nvSpPr>
        <p:spPr>
          <a:xfrm xmlns:a="http://schemas.openxmlformats.org/drawingml/2006/main">
            <a:off x="628650" y="447675"/>
            <a:ext cx="10934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450" b="1">
                <a:solidFill>
                  <a:srgbClr val="16242B"/>
                </a:solidFill>
                <a:latin typeface="Arial"/>
                <a:ea typeface="Arial"/>
                <a:cs typeface="Arial"/>
              </a:defRPr>
            </a:defPPr>
            <a:lvl1pPr algn="l">
              <a:defRPr sz="3450" b="1">
                <a:solidFill>
                  <a:srgbClr val="16242B"/>
                </a:solidFill>
                <a:latin typeface="Arial"/>
                <a:ea typeface="Arial"/>
                <a:cs typeface="Arial"/>
              </a:defRPr>
            </a:lvl1pPr>
            <a:lvl2pPr algn="l">
              <a:defRPr sz="3450" b="1">
                <a:solidFill>
                  <a:srgbClr val="16242B"/>
                </a:solidFill>
                <a:latin typeface="Arial"/>
                <a:ea typeface="Arial"/>
                <a:cs typeface="Arial"/>
              </a:defRPr>
            </a:lvl2pPr>
            <a:lvl3pPr algn="l">
              <a:defRPr sz="3450" b="1">
                <a:solidFill>
                  <a:srgbClr val="16242B"/>
                </a:solidFill>
                <a:latin typeface="Arial"/>
                <a:ea typeface="Arial"/>
                <a:cs typeface="Arial"/>
              </a:defRPr>
            </a:lvl3pPr>
            <a:lvl4pPr algn="l">
              <a:defRPr sz="3450" b="1">
                <a:solidFill>
                  <a:srgbClr val="16242B"/>
                </a:solidFill>
                <a:latin typeface="Arial"/>
                <a:ea typeface="Arial"/>
                <a:cs typeface="Arial"/>
              </a:defRPr>
            </a:lvl4pPr>
            <a:lvl5pPr algn="l">
              <a:defRPr sz="3450" b="1">
                <a:solidFill>
                  <a:srgbClr val="16242B"/>
                </a:solidFill>
                <a:latin typeface="Arial"/>
                <a:ea typeface="Arial"/>
                <a:cs typeface="Arial"/>
              </a:defRPr>
            </a:lvl5pPr>
            <a:lvl6pPr algn="l">
              <a:defRPr sz="3450" b="1">
                <a:solidFill>
                  <a:srgbClr val="16242B"/>
                </a:solidFill>
                <a:latin typeface="Arial"/>
                <a:ea typeface="Arial"/>
                <a:cs typeface="Arial"/>
              </a:defRPr>
            </a:lvl6pPr>
            <a:lvl7pPr algn="l">
              <a:defRPr sz="3450" b="1">
                <a:solidFill>
                  <a:srgbClr val="16242B"/>
                </a:solidFill>
                <a:latin typeface="Arial"/>
                <a:ea typeface="Arial"/>
                <a:cs typeface="Arial"/>
              </a:defRPr>
            </a:lvl7pPr>
            <a:lvl8pPr algn="l">
              <a:defRPr sz="3450" b="1">
                <a:solidFill>
                  <a:srgbClr val="16242B"/>
                </a:solidFill>
                <a:latin typeface="Arial"/>
                <a:ea typeface="Arial"/>
                <a:cs typeface="Arial"/>
              </a:defRPr>
            </a:lvl8pPr>
            <a:lvl9pPr algn="l">
              <a:defRPr sz="3450" b="1">
                <a:solidFill>
                  <a:srgbClr val="16242B"/>
                </a:solidFill>
                <a:latin typeface="Arial"/>
                <a:ea typeface="Arial"/>
                <a:cs typeface="Arial"/>
              </a:defRPr>
            </a:lvl9pPr>
          </a:lstStyle>
          <a:p xmlns:a="http://schemas.openxmlformats.org/drawingml/2006/main">
            <a:pPr algn="l">
              <a:defRPr sz="3450" b="1">
                <a:solidFill>
                  <a:srgbClr val="16242B"/>
                </a:solidFill>
                <a:latin typeface="Arial"/>
                <a:ea typeface="Arial"/>
                <a:cs typeface="Arial"/>
              </a:defRPr>
            </a:pPr>
            <a:r>
              <a:rPr sz="3450" b="1">
                <a:solidFill>
                  <a:srgbClr val="16242B"/>
                </a:solidFill>
                <a:latin typeface="Arial"/>
                <a:ea typeface="Arial"/>
                <a:cs typeface="Arial"/>
              </a:rPr>
              <a:t>Time must have an explicit source</a:t>
            </a:r>
          </a:p>
        </p:txBody>
      </p:sp>
      <p:sp>
        <p:nvSpPr>
          <p:cNvPr id="2" name="page">
            <a:extLst xmlns:a="http://schemas.openxmlformats.org/drawingml/2006/main">
              <a:ext uri="{FF2B5EF4-FFF2-40B4-BE49-F238E27FC236}">
                <a16:creationId xmlns:a16="http://schemas.microsoft.com/office/drawing/2014/main" id="{E968CEDF-89DC-4FA9-A79A-4DDEC6490AAF}"/>
              </a:ext>
            </a:extLst>
          </p:cNvPr>
          <p:cNvSpPr>
            <a:spLocks xmlns:a="http://schemas.openxmlformats.org/drawingml/2006/main" noGrp="1"/>
          </p:cNvSpPr>
          <p:nvPr/>
        </p:nvSpPr>
        <p:spPr>
          <a:xfrm xmlns:a="http://schemas.openxmlformats.org/drawingml/2006/main">
            <a:off x="11049000" y="61626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0">
                <a:solidFill>
                  <a:srgbClr val="526773"/>
                </a:solidFill>
                <a:latin typeface="Arial"/>
                <a:ea typeface="Arial"/>
                <a:cs typeface="Arial"/>
              </a:defRPr>
            </a:defPPr>
            <a:lvl1pPr algn="l">
              <a:defRPr sz="1275" b="0">
                <a:solidFill>
                  <a:srgbClr val="526773"/>
                </a:solidFill>
                <a:latin typeface="Arial"/>
                <a:ea typeface="Arial"/>
                <a:cs typeface="Arial"/>
              </a:defRPr>
            </a:lvl1pPr>
            <a:lvl2pPr algn="l">
              <a:defRPr sz="1275" b="0">
                <a:solidFill>
                  <a:srgbClr val="526773"/>
                </a:solidFill>
                <a:latin typeface="Arial"/>
                <a:ea typeface="Arial"/>
                <a:cs typeface="Arial"/>
              </a:defRPr>
            </a:lvl2pPr>
            <a:lvl3pPr algn="l">
              <a:defRPr sz="1275" b="0">
                <a:solidFill>
                  <a:srgbClr val="526773"/>
                </a:solidFill>
                <a:latin typeface="Arial"/>
                <a:ea typeface="Arial"/>
                <a:cs typeface="Arial"/>
              </a:defRPr>
            </a:lvl3pPr>
            <a:lvl4pPr algn="l">
              <a:defRPr sz="1275" b="0">
                <a:solidFill>
                  <a:srgbClr val="526773"/>
                </a:solidFill>
                <a:latin typeface="Arial"/>
                <a:ea typeface="Arial"/>
                <a:cs typeface="Arial"/>
              </a:defRPr>
            </a:lvl4pPr>
            <a:lvl5pPr algn="l">
              <a:defRPr sz="1275" b="0">
                <a:solidFill>
                  <a:srgbClr val="526773"/>
                </a:solidFill>
                <a:latin typeface="Arial"/>
                <a:ea typeface="Arial"/>
                <a:cs typeface="Arial"/>
              </a:defRPr>
            </a:lvl5pPr>
            <a:lvl6pPr algn="l">
              <a:defRPr sz="1275" b="0">
                <a:solidFill>
                  <a:srgbClr val="526773"/>
                </a:solidFill>
                <a:latin typeface="Arial"/>
                <a:ea typeface="Arial"/>
                <a:cs typeface="Arial"/>
              </a:defRPr>
            </a:lvl6pPr>
            <a:lvl7pPr algn="l">
              <a:defRPr sz="1275" b="0">
                <a:solidFill>
                  <a:srgbClr val="526773"/>
                </a:solidFill>
                <a:latin typeface="Arial"/>
                <a:ea typeface="Arial"/>
                <a:cs typeface="Arial"/>
              </a:defRPr>
            </a:lvl7pPr>
            <a:lvl8pPr algn="l">
              <a:defRPr sz="1275" b="0">
                <a:solidFill>
                  <a:srgbClr val="526773"/>
                </a:solidFill>
                <a:latin typeface="Arial"/>
                <a:ea typeface="Arial"/>
                <a:cs typeface="Arial"/>
              </a:defRPr>
            </a:lvl8pPr>
            <a:lvl9pPr algn="l">
              <a:defRPr sz="1275" b="0">
                <a:solidFill>
                  <a:srgbClr val="526773"/>
                </a:solidFill>
                <a:latin typeface="Arial"/>
                <a:ea typeface="Arial"/>
                <a:cs typeface="Arial"/>
              </a:defRPr>
            </a:lvl9pPr>
          </a:lstStyle>
          <a:p xmlns:a="http://schemas.openxmlformats.org/drawingml/2006/main">
            <a:pPr algn="l">
              <a:defRPr sz="1275" b="0">
                <a:solidFill>
                  <a:srgbClr val="526773"/>
                </a:solidFill>
                <a:latin typeface="Arial"/>
                <a:ea typeface="Arial"/>
                <a:cs typeface="Arial"/>
              </a:defRPr>
            </a:pPr>
            <a:r>
              <a:rPr sz="1275" b="0">
                <a:solidFill>
                  <a:srgbClr val="526773"/>
                </a:solidFill>
                <a:latin typeface="Arial"/>
                <a:ea typeface="Arial"/>
                <a:cs typeface="Arial"/>
              </a:rPr>
              <a:t>04</a:t>
            </a:r>
          </a:p>
        </p:txBody>
      </p:sp>
      <p:sp>
        <p:nvSpPr>
          <p:cNvPr id="3" name="offline">
            <a:extLst xmlns:a="http://schemas.openxmlformats.org/drawingml/2006/main">
              <a:ext uri="{FF2B5EF4-FFF2-40B4-BE49-F238E27FC236}">
                <a16:creationId xmlns:a16="http://schemas.microsoft.com/office/drawing/2014/main" id="{7125B61E-A16D-434A-BAE1-B762DD89367E}"/>
              </a:ext>
            </a:extLst>
          </p:cNvPr>
          <p:cNvSpPr>
            <a:spLocks xmlns:a="http://schemas.openxmlformats.org/drawingml/2006/main" noGrp="1"/>
          </p:cNvSpPr>
          <p:nvPr/>
        </p:nvSpPr>
        <p:spPr>
          <a:xfrm xmlns:a="http://schemas.openxmlformats.org/drawingml/2006/main">
            <a:off x="657225" y="1419225"/>
            <a:ext cx="5095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550" b="1">
                <a:solidFill>
                  <a:srgbClr val="006F70"/>
                </a:solidFill>
                <a:latin typeface="Arial"/>
                <a:ea typeface="Arial"/>
                <a:cs typeface="Arial"/>
              </a:defRPr>
            </a:defPPr>
            <a:lvl1pPr algn="l">
              <a:defRPr sz="2550" b="1">
                <a:solidFill>
                  <a:srgbClr val="006F70"/>
                </a:solidFill>
                <a:latin typeface="Arial"/>
                <a:ea typeface="Arial"/>
                <a:cs typeface="Arial"/>
              </a:defRPr>
            </a:lvl1pPr>
            <a:lvl2pPr algn="l">
              <a:defRPr sz="2550" b="1">
                <a:solidFill>
                  <a:srgbClr val="006F70"/>
                </a:solidFill>
                <a:latin typeface="Arial"/>
                <a:ea typeface="Arial"/>
                <a:cs typeface="Arial"/>
              </a:defRPr>
            </a:lvl2pPr>
            <a:lvl3pPr algn="l">
              <a:defRPr sz="2550" b="1">
                <a:solidFill>
                  <a:srgbClr val="006F70"/>
                </a:solidFill>
                <a:latin typeface="Arial"/>
                <a:ea typeface="Arial"/>
                <a:cs typeface="Arial"/>
              </a:defRPr>
            </a:lvl3pPr>
            <a:lvl4pPr algn="l">
              <a:defRPr sz="2550" b="1">
                <a:solidFill>
                  <a:srgbClr val="006F70"/>
                </a:solidFill>
                <a:latin typeface="Arial"/>
                <a:ea typeface="Arial"/>
                <a:cs typeface="Arial"/>
              </a:defRPr>
            </a:lvl4pPr>
            <a:lvl5pPr algn="l">
              <a:defRPr sz="2550" b="1">
                <a:solidFill>
                  <a:srgbClr val="006F70"/>
                </a:solidFill>
                <a:latin typeface="Arial"/>
                <a:ea typeface="Arial"/>
                <a:cs typeface="Arial"/>
              </a:defRPr>
            </a:lvl5pPr>
            <a:lvl6pPr algn="l">
              <a:defRPr sz="2550" b="1">
                <a:solidFill>
                  <a:srgbClr val="006F70"/>
                </a:solidFill>
                <a:latin typeface="Arial"/>
                <a:ea typeface="Arial"/>
                <a:cs typeface="Arial"/>
              </a:defRPr>
            </a:lvl6pPr>
            <a:lvl7pPr algn="l">
              <a:defRPr sz="2550" b="1">
                <a:solidFill>
                  <a:srgbClr val="006F70"/>
                </a:solidFill>
                <a:latin typeface="Arial"/>
                <a:ea typeface="Arial"/>
                <a:cs typeface="Arial"/>
              </a:defRPr>
            </a:lvl7pPr>
            <a:lvl8pPr algn="l">
              <a:defRPr sz="2550" b="1">
                <a:solidFill>
                  <a:srgbClr val="006F70"/>
                </a:solidFill>
                <a:latin typeface="Arial"/>
                <a:ea typeface="Arial"/>
                <a:cs typeface="Arial"/>
              </a:defRPr>
            </a:lvl8pPr>
            <a:lvl9pPr algn="l">
              <a:defRPr sz="2550" b="1">
                <a:solidFill>
                  <a:srgbClr val="006F70"/>
                </a:solidFill>
                <a:latin typeface="Arial"/>
                <a:ea typeface="Arial"/>
                <a:cs typeface="Arial"/>
              </a:defRPr>
            </a:lvl9pPr>
          </a:lstStyle>
          <a:p xmlns:a="http://schemas.openxmlformats.org/drawingml/2006/main">
            <a:pPr algn="l">
              <a:defRPr sz="2550" b="1">
                <a:solidFill>
                  <a:srgbClr val="006F70"/>
                </a:solidFill>
                <a:latin typeface="Arial"/>
                <a:ea typeface="Arial"/>
                <a:cs typeface="Arial"/>
              </a:defRPr>
            </a:pPr>
            <a:r>
              <a:rPr sz="2550" b="1">
                <a:solidFill>
                  <a:srgbClr val="006F70"/>
                </a:solidFill>
                <a:latin typeface="Arial"/>
                <a:ea typeface="Arial"/>
                <a:cs typeface="Arial"/>
              </a:rPr>
              <a:t>Offline render</a:t>
            </a:r>
          </a:p>
        </p:txBody>
      </p:sp>
      <p:sp>
        <p:nvSpPr>
          <p:cNvPr id="4" name="live">
            <a:extLst xmlns:a="http://schemas.openxmlformats.org/drawingml/2006/main">
              <a:ext uri="{FF2B5EF4-FFF2-40B4-BE49-F238E27FC236}">
                <a16:creationId xmlns:a16="http://schemas.microsoft.com/office/drawing/2014/main" id="{864DEE9C-22CE-41E3-9224-75E4373C4A39}"/>
              </a:ext>
            </a:extLst>
          </p:cNvPr>
          <p:cNvSpPr>
            <a:spLocks xmlns:a="http://schemas.openxmlformats.org/drawingml/2006/main" noGrp="1"/>
          </p:cNvSpPr>
          <p:nvPr/>
        </p:nvSpPr>
        <p:spPr>
          <a:xfrm xmlns:a="http://schemas.openxmlformats.org/drawingml/2006/main">
            <a:off x="6477000" y="1419225"/>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550" b="1">
                <a:solidFill>
                  <a:srgbClr val="006F70"/>
                </a:solidFill>
                <a:latin typeface="Arial"/>
                <a:ea typeface="Arial"/>
                <a:cs typeface="Arial"/>
              </a:defRPr>
            </a:defPPr>
            <a:lvl1pPr algn="l">
              <a:defRPr sz="2550" b="1">
                <a:solidFill>
                  <a:srgbClr val="006F70"/>
                </a:solidFill>
                <a:latin typeface="Arial"/>
                <a:ea typeface="Arial"/>
                <a:cs typeface="Arial"/>
              </a:defRPr>
            </a:lvl1pPr>
            <a:lvl2pPr algn="l">
              <a:defRPr sz="2550" b="1">
                <a:solidFill>
                  <a:srgbClr val="006F70"/>
                </a:solidFill>
                <a:latin typeface="Arial"/>
                <a:ea typeface="Arial"/>
                <a:cs typeface="Arial"/>
              </a:defRPr>
            </a:lvl2pPr>
            <a:lvl3pPr algn="l">
              <a:defRPr sz="2550" b="1">
                <a:solidFill>
                  <a:srgbClr val="006F70"/>
                </a:solidFill>
                <a:latin typeface="Arial"/>
                <a:ea typeface="Arial"/>
                <a:cs typeface="Arial"/>
              </a:defRPr>
            </a:lvl3pPr>
            <a:lvl4pPr algn="l">
              <a:defRPr sz="2550" b="1">
                <a:solidFill>
                  <a:srgbClr val="006F70"/>
                </a:solidFill>
                <a:latin typeface="Arial"/>
                <a:ea typeface="Arial"/>
                <a:cs typeface="Arial"/>
              </a:defRPr>
            </a:lvl4pPr>
            <a:lvl5pPr algn="l">
              <a:defRPr sz="2550" b="1">
                <a:solidFill>
                  <a:srgbClr val="006F70"/>
                </a:solidFill>
                <a:latin typeface="Arial"/>
                <a:ea typeface="Arial"/>
                <a:cs typeface="Arial"/>
              </a:defRPr>
            </a:lvl5pPr>
            <a:lvl6pPr algn="l">
              <a:defRPr sz="2550" b="1">
                <a:solidFill>
                  <a:srgbClr val="006F70"/>
                </a:solidFill>
                <a:latin typeface="Arial"/>
                <a:ea typeface="Arial"/>
                <a:cs typeface="Arial"/>
              </a:defRPr>
            </a:lvl6pPr>
            <a:lvl7pPr algn="l">
              <a:defRPr sz="2550" b="1">
                <a:solidFill>
                  <a:srgbClr val="006F70"/>
                </a:solidFill>
                <a:latin typeface="Arial"/>
                <a:ea typeface="Arial"/>
                <a:cs typeface="Arial"/>
              </a:defRPr>
            </a:lvl7pPr>
            <a:lvl8pPr algn="l">
              <a:defRPr sz="2550" b="1">
                <a:solidFill>
                  <a:srgbClr val="006F70"/>
                </a:solidFill>
                <a:latin typeface="Arial"/>
                <a:ea typeface="Arial"/>
                <a:cs typeface="Arial"/>
              </a:defRPr>
            </a:lvl8pPr>
            <a:lvl9pPr algn="l">
              <a:defRPr sz="2550" b="1">
                <a:solidFill>
                  <a:srgbClr val="006F70"/>
                </a:solidFill>
                <a:latin typeface="Arial"/>
                <a:ea typeface="Arial"/>
                <a:cs typeface="Arial"/>
              </a:defRPr>
            </a:lvl9pPr>
          </a:lstStyle>
          <a:p xmlns:a="http://schemas.openxmlformats.org/drawingml/2006/main">
            <a:pPr algn="l">
              <a:defRPr sz="2550" b="1">
                <a:solidFill>
                  <a:srgbClr val="006F70"/>
                </a:solidFill>
                <a:latin typeface="Arial"/>
                <a:ea typeface="Arial"/>
                <a:cs typeface="Arial"/>
              </a:defRPr>
            </a:pPr>
            <a:r>
              <a:rPr sz="2550" b="1">
                <a:solidFill>
                  <a:srgbClr val="006F70"/>
                </a:solidFill>
                <a:latin typeface="Arial"/>
                <a:ea typeface="Arial"/>
                <a:cs typeface="Arial"/>
              </a:rPr>
              <a:t>Interactive or live</a:t>
            </a:r>
          </a:p>
        </p:txBody>
      </p:sp>
      <p:sp>
        <p:nvSpPr>
          <p:cNvPr id="5" name="time-split">
            <a:extLst xmlns:a="http://schemas.openxmlformats.org/drawingml/2006/main">
              <a:ext uri="{FF2B5EF4-FFF2-40B4-BE49-F238E27FC236}">
                <a16:creationId xmlns:a16="http://schemas.microsoft.com/office/drawing/2014/main" id="{3C1168DD-7278-4229-86BF-C766B25F5A0D}"/>
              </a:ext>
            </a:extLst>
          </p:cNvPr>
          <p:cNvSpPr>
            <a:spLocks xmlns:a="http://schemas.openxmlformats.org/drawingml/2006/main" noGrp="1"/>
          </p:cNvSpPr>
          <p:nvPr/>
        </p:nvSpPr>
        <p:spPr>
          <a:xfrm xmlns:a="http://schemas.openxmlformats.org/drawingml/2006/main">
            <a:off x="6000750" y="1428750"/>
            <a:ext cx="0" cy="4133850"/>
          </a:xfrm>
          <a:prstGeom xmlns:a="http://schemas.openxmlformats.org/drawingml/2006/main" prst="line">
            <a:avLst/>
          </a:prstGeom>
          <a:noFill xmlns:a="http://schemas.openxmlformats.org/drawingml/2006/main"/>
          <a:ln xmlns:a="http://schemas.openxmlformats.org/drawingml/2006/main" w="14288">
            <a:solidFill>
              <a:srgbClr val="A8BAC5"/>
            </a:solidFill>
            <a:prstDash val="solid"/>
          </a:ln>
        </p:spPr>
      </p:sp>
      <p:sp>
        <p:nvSpPr>
          <p:cNvPr id="6" name="offline-formula">
            <a:extLst xmlns:a="http://schemas.openxmlformats.org/drawingml/2006/main">
              <a:ext uri="{FF2B5EF4-FFF2-40B4-BE49-F238E27FC236}">
                <a16:creationId xmlns:a16="http://schemas.microsoft.com/office/drawing/2014/main" id="{C73A3C5F-FCDC-4A34-8DFC-BF7BD621D5F7}"/>
              </a:ext>
            </a:extLst>
          </p:cNvPr>
          <p:cNvSpPr>
            <a:spLocks xmlns:a="http://schemas.openxmlformats.org/drawingml/2006/main" noGrp="1"/>
          </p:cNvSpPr>
          <p:nvPr/>
        </p:nvSpPr>
        <p:spPr>
          <a:xfrm xmlns:a="http://schemas.openxmlformats.org/drawingml/2006/main">
            <a:off x="657225" y="2305050"/>
            <a:ext cx="509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850" b="1">
                <a:solidFill>
                  <a:srgbClr val="16242B"/>
                </a:solidFill>
                <a:latin typeface="Arial"/>
                <a:ea typeface="Arial"/>
                <a:cs typeface="Arial"/>
              </a:defRPr>
            </a:defPPr>
            <a:lvl1pPr algn="l">
              <a:defRPr sz="2850" b="1">
                <a:solidFill>
                  <a:srgbClr val="16242B"/>
                </a:solidFill>
                <a:latin typeface="Arial"/>
                <a:ea typeface="Arial"/>
                <a:cs typeface="Arial"/>
              </a:defRPr>
            </a:lvl1pPr>
            <a:lvl2pPr algn="l">
              <a:defRPr sz="2850" b="1">
                <a:solidFill>
                  <a:srgbClr val="16242B"/>
                </a:solidFill>
                <a:latin typeface="Arial"/>
                <a:ea typeface="Arial"/>
                <a:cs typeface="Arial"/>
              </a:defRPr>
            </a:lvl2pPr>
            <a:lvl3pPr algn="l">
              <a:defRPr sz="2850" b="1">
                <a:solidFill>
                  <a:srgbClr val="16242B"/>
                </a:solidFill>
                <a:latin typeface="Arial"/>
                <a:ea typeface="Arial"/>
                <a:cs typeface="Arial"/>
              </a:defRPr>
            </a:lvl3pPr>
            <a:lvl4pPr algn="l">
              <a:defRPr sz="2850" b="1">
                <a:solidFill>
                  <a:srgbClr val="16242B"/>
                </a:solidFill>
                <a:latin typeface="Arial"/>
                <a:ea typeface="Arial"/>
                <a:cs typeface="Arial"/>
              </a:defRPr>
            </a:lvl4pPr>
            <a:lvl5pPr algn="l">
              <a:defRPr sz="2850" b="1">
                <a:solidFill>
                  <a:srgbClr val="16242B"/>
                </a:solidFill>
                <a:latin typeface="Arial"/>
                <a:ea typeface="Arial"/>
                <a:cs typeface="Arial"/>
              </a:defRPr>
            </a:lvl5pPr>
            <a:lvl6pPr algn="l">
              <a:defRPr sz="2850" b="1">
                <a:solidFill>
                  <a:srgbClr val="16242B"/>
                </a:solidFill>
                <a:latin typeface="Arial"/>
                <a:ea typeface="Arial"/>
                <a:cs typeface="Arial"/>
              </a:defRPr>
            </a:lvl6pPr>
            <a:lvl7pPr algn="l">
              <a:defRPr sz="2850" b="1">
                <a:solidFill>
                  <a:srgbClr val="16242B"/>
                </a:solidFill>
                <a:latin typeface="Arial"/>
                <a:ea typeface="Arial"/>
                <a:cs typeface="Arial"/>
              </a:defRPr>
            </a:lvl7pPr>
            <a:lvl8pPr algn="l">
              <a:defRPr sz="2850" b="1">
                <a:solidFill>
                  <a:srgbClr val="16242B"/>
                </a:solidFill>
                <a:latin typeface="Arial"/>
                <a:ea typeface="Arial"/>
                <a:cs typeface="Arial"/>
              </a:defRPr>
            </a:lvl8pPr>
            <a:lvl9pPr algn="l">
              <a:defRPr sz="2850" b="1">
                <a:solidFill>
                  <a:srgbClr val="16242B"/>
                </a:solidFill>
                <a:latin typeface="Arial"/>
                <a:ea typeface="Arial"/>
                <a:cs typeface="Arial"/>
              </a:defRPr>
            </a:lvl9pPr>
          </a:lstStyle>
          <a:p xmlns:a="http://schemas.openxmlformats.org/drawingml/2006/main">
            <a:pPr algn="l">
              <a:defRPr sz="2850" b="1">
                <a:solidFill>
                  <a:srgbClr val="16242B"/>
                </a:solidFill>
                <a:latin typeface="Arial"/>
                <a:ea typeface="Arial"/>
                <a:cs typeface="Arial"/>
              </a:defRPr>
            </a:pPr>
            <a:r>
              <a:rPr sz="2850" b="1">
                <a:solidFill>
                  <a:srgbClr val="16242B"/>
                </a:solidFill>
                <a:latin typeface="Arial"/>
                <a:ea typeface="Arial"/>
                <a:cs typeface="Arial"/>
              </a:rPr>
              <a:t>frame + seed → state</a:t>
            </a:r>
          </a:p>
        </p:txBody>
      </p:sp>
      <p:sp>
        <p:nvSpPr>
          <p:cNvPr id="7" name="live-formula">
            <a:extLst xmlns:a="http://schemas.openxmlformats.org/drawingml/2006/main">
              <a:ext uri="{FF2B5EF4-FFF2-40B4-BE49-F238E27FC236}">
                <a16:creationId xmlns:a16="http://schemas.microsoft.com/office/drawing/2014/main" id="{FDA664A2-D8E3-4416-B4D2-FAB6E27B1CF0}"/>
              </a:ext>
            </a:extLst>
          </p:cNvPr>
          <p:cNvSpPr>
            <a:spLocks xmlns:a="http://schemas.openxmlformats.org/drawingml/2006/main" noGrp="1"/>
          </p:cNvSpPr>
          <p:nvPr/>
        </p:nvSpPr>
        <p:spPr>
          <a:xfrm xmlns:a="http://schemas.openxmlformats.org/drawingml/2006/main">
            <a:off x="6477000" y="2305050"/>
            <a:ext cx="504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550" b="1">
                <a:solidFill>
                  <a:srgbClr val="16242B"/>
                </a:solidFill>
                <a:latin typeface="Arial"/>
                <a:ea typeface="Arial"/>
                <a:cs typeface="Arial"/>
              </a:defRPr>
            </a:defPPr>
            <a:lvl1pPr algn="l">
              <a:defRPr sz="2550" b="1">
                <a:solidFill>
                  <a:srgbClr val="16242B"/>
                </a:solidFill>
                <a:latin typeface="Arial"/>
                <a:ea typeface="Arial"/>
                <a:cs typeface="Arial"/>
              </a:defRPr>
            </a:lvl1pPr>
            <a:lvl2pPr algn="l">
              <a:defRPr sz="2550" b="1">
                <a:solidFill>
                  <a:srgbClr val="16242B"/>
                </a:solidFill>
                <a:latin typeface="Arial"/>
                <a:ea typeface="Arial"/>
                <a:cs typeface="Arial"/>
              </a:defRPr>
            </a:lvl2pPr>
            <a:lvl3pPr algn="l">
              <a:defRPr sz="2550" b="1">
                <a:solidFill>
                  <a:srgbClr val="16242B"/>
                </a:solidFill>
                <a:latin typeface="Arial"/>
                <a:ea typeface="Arial"/>
                <a:cs typeface="Arial"/>
              </a:defRPr>
            </a:lvl3pPr>
            <a:lvl4pPr algn="l">
              <a:defRPr sz="2550" b="1">
                <a:solidFill>
                  <a:srgbClr val="16242B"/>
                </a:solidFill>
                <a:latin typeface="Arial"/>
                <a:ea typeface="Arial"/>
                <a:cs typeface="Arial"/>
              </a:defRPr>
            </a:lvl4pPr>
            <a:lvl5pPr algn="l">
              <a:defRPr sz="2550" b="1">
                <a:solidFill>
                  <a:srgbClr val="16242B"/>
                </a:solidFill>
                <a:latin typeface="Arial"/>
                <a:ea typeface="Arial"/>
                <a:cs typeface="Arial"/>
              </a:defRPr>
            </a:lvl5pPr>
            <a:lvl6pPr algn="l">
              <a:defRPr sz="2550" b="1">
                <a:solidFill>
                  <a:srgbClr val="16242B"/>
                </a:solidFill>
                <a:latin typeface="Arial"/>
                <a:ea typeface="Arial"/>
                <a:cs typeface="Arial"/>
              </a:defRPr>
            </a:lvl6pPr>
            <a:lvl7pPr algn="l">
              <a:defRPr sz="2550" b="1">
                <a:solidFill>
                  <a:srgbClr val="16242B"/>
                </a:solidFill>
                <a:latin typeface="Arial"/>
                <a:ea typeface="Arial"/>
                <a:cs typeface="Arial"/>
              </a:defRPr>
            </a:lvl7pPr>
            <a:lvl8pPr algn="l">
              <a:defRPr sz="2550" b="1">
                <a:solidFill>
                  <a:srgbClr val="16242B"/>
                </a:solidFill>
                <a:latin typeface="Arial"/>
                <a:ea typeface="Arial"/>
                <a:cs typeface="Arial"/>
              </a:defRPr>
            </a:lvl8pPr>
            <a:lvl9pPr algn="l">
              <a:defRPr sz="2550" b="1">
                <a:solidFill>
                  <a:srgbClr val="16242B"/>
                </a:solidFill>
                <a:latin typeface="Arial"/>
                <a:ea typeface="Arial"/>
                <a:cs typeface="Arial"/>
              </a:defRPr>
            </a:lvl9pPr>
          </a:lstStyle>
          <a:p xmlns:a="http://schemas.openxmlformats.org/drawingml/2006/main">
            <a:pPr algn="l">
              <a:defRPr sz="2550" b="1">
                <a:solidFill>
                  <a:srgbClr val="16242B"/>
                </a:solidFill>
                <a:latin typeface="Arial"/>
                <a:ea typeface="Arial"/>
                <a:cs typeface="Arial"/>
              </a:defRPr>
            </a:pPr>
            <a:r>
              <a:rPr sz="2550" b="1">
                <a:solidFill>
                  <a:srgbClr val="16242B"/>
                </a:solidFill>
                <a:latin typeface="Arial"/>
                <a:ea typeface="Arial"/>
                <a:cs typeface="Arial"/>
              </a:rPr>
              <a:t>input + state → next state</a:t>
            </a:r>
          </a:p>
        </p:txBody>
      </p:sp>
      <p:sp>
        <p:nvSpPr>
          <p:cNvPr id="8" name="offline-body">
            <a:extLst xmlns:a="http://schemas.openxmlformats.org/drawingml/2006/main">
              <a:ext uri="{FF2B5EF4-FFF2-40B4-BE49-F238E27FC236}">
                <a16:creationId xmlns:a16="http://schemas.microsoft.com/office/drawing/2014/main" id="{B956C242-76B3-43DB-8D0D-19CA2676B014}"/>
              </a:ext>
            </a:extLst>
          </p:cNvPr>
          <p:cNvSpPr>
            <a:spLocks xmlns:a="http://schemas.openxmlformats.org/drawingml/2006/main" noGrp="1"/>
          </p:cNvSpPr>
          <p:nvPr/>
        </p:nvSpPr>
        <p:spPr>
          <a:xfrm xmlns:a="http://schemas.openxmlformats.org/drawingml/2006/main">
            <a:off x="657225" y="3248025"/>
            <a:ext cx="5095875"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0">
                <a:solidFill>
                  <a:srgbClr val="526773"/>
                </a:solidFill>
                <a:latin typeface="Arial"/>
                <a:ea typeface="Arial"/>
                <a:cs typeface="Arial"/>
              </a:defRPr>
            </a:defPPr>
            <a:lvl1pPr algn="l">
              <a:defRPr sz="2025" b="0">
                <a:solidFill>
                  <a:srgbClr val="526773"/>
                </a:solidFill>
                <a:latin typeface="Arial"/>
                <a:ea typeface="Arial"/>
                <a:cs typeface="Arial"/>
              </a:defRPr>
            </a:lvl1pPr>
            <a:lvl2pPr algn="l">
              <a:defRPr sz="2025" b="0">
                <a:solidFill>
                  <a:srgbClr val="526773"/>
                </a:solidFill>
                <a:latin typeface="Arial"/>
                <a:ea typeface="Arial"/>
                <a:cs typeface="Arial"/>
              </a:defRPr>
            </a:lvl2pPr>
            <a:lvl3pPr algn="l">
              <a:defRPr sz="2025" b="0">
                <a:solidFill>
                  <a:srgbClr val="526773"/>
                </a:solidFill>
                <a:latin typeface="Arial"/>
                <a:ea typeface="Arial"/>
                <a:cs typeface="Arial"/>
              </a:defRPr>
            </a:lvl3pPr>
            <a:lvl4pPr algn="l">
              <a:defRPr sz="2025" b="0">
                <a:solidFill>
                  <a:srgbClr val="526773"/>
                </a:solidFill>
                <a:latin typeface="Arial"/>
                <a:ea typeface="Arial"/>
                <a:cs typeface="Arial"/>
              </a:defRPr>
            </a:lvl4pPr>
            <a:lvl5pPr algn="l">
              <a:defRPr sz="2025" b="0">
                <a:solidFill>
                  <a:srgbClr val="526773"/>
                </a:solidFill>
                <a:latin typeface="Arial"/>
                <a:ea typeface="Arial"/>
                <a:cs typeface="Arial"/>
              </a:defRPr>
            </a:lvl5pPr>
            <a:lvl6pPr algn="l">
              <a:defRPr sz="2025" b="0">
                <a:solidFill>
                  <a:srgbClr val="526773"/>
                </a:solidFill>
                <a:latin typeface="Arial"/>
                <a:ea typeface="Arial"/>
                <a:cs typeface="Arial"/>
              </a:defRPr>
            </a:lvl6pPr>
            <a:lvl7pPr algn="l">
              <a:defRPr sz="2025" b="0">
                <a:solidFill>
                  <a:srgbClr val="526773"/>
                </a:solidFill>
                <a:latin typeface="Arial"/>
                <a:ea typeface="Arial"/>
                <a:cs typeface="Arial"/>
              </a:defRPr>
            </a:lvl7pPr>
            <a:lvl8pPr algn="l">
              <a:defRPr sz="2025" b="0">
                <a:solidFill>
                  <a:srgbClr val="526773"/>
                </a:solidFill>
                <a:latin typeface="Arial"/>
                <a:ea typeface="Arial"/>
                <a:cs typeface="Arial"/>
              </a:defRPr>
            </a:lvl8pPr>
            <a:lvl9pPr algn="l">
              <a:defRPr sz="2025" b="0">
                <a:solidFill>
                  <a:srgbClr val="526773"/>
                </a:solidFill>
                <a:latin typeface="Arial"/>
                <a:ea typeface="Arial"/>
                <a:cs typeface="Arial"/>
              </a:defRPr>
            </a:lvl9pPr>
          </a:lstStyle>
          <a:p xmlns:a="http://schemas.openxmlformats.org/drawingml/2006/main">
            <a:pPr algn="l">
              <a:defRPr sz="2025" b="0">
                <a:solidFill>
                  <a:srgbClr val="526773"/>
                </a:solidFill>
                <a:latin typeface="Arial"/>
                <a:ea typeface="Arial"/>
                <a:cs typeface="Arial"/>
              </a:defRPr>
            </a:pPr>
            <a:r>
              <a:rPr sz="2025" b="0">
                <a:solidFill>
                  <a:srgbClr val="526773"/>
                </a:solidFill>
                <a:latin typeface="Arial"/>
                <a:ea typeface="Arial"/>
                <a:cs typeface="Arial"/>
              </a:rPr>
              <a:t>Evaluate any requested time.</a:t>
            </a:r>
          </a:p>
          <a:p xmlns:a="http://schemas.openxmlformats.org/drawingml/2006/main">
            <a:pPr algn="l">
              <a:defRPr sz="2025" b="0">
                <a:solidFill>
                  <a:srgbClr val="526773"/>
                </a:solidFill>
                <a:latin typeface="Arial"/>
                <a:ea typeface="Arial"/>
                <a:cs typeface="Arial"/>
              </a:defRPr>
            </a:pPr>
            <a:r>
              <a:rPr sz="2025" b="0">
                <a:solidFill>
                  <a:srgbClr val="526773"/>
                </a:solidFill>
                <a:latin typeface="Arial"/>
                <a:ea typeface="Arial"/>
                <a:cs typeface="Arial"/>
              </a:rPr>
              <a:t>Bake simulations when needed.</a:t>
            </a:r>
          </a:p>
          <a:p xmlns:a="http://schemas.openxmlformats.org/drawingml/2006/main">
            <a:pPr algn="l">
              <a:defRPr sz="2025" b="0">
                <a:solidFill>
                  <a:srgbClr val="526773"/>
                </a:solidFill>
                <a:latin typeface="Arial"/>
                <a:ea typeface="Arial"/>
                <a:cs typeface="Arial"/>
              </a:defRPr>
            </a:pPr>
            <a:r>
              <a:rPr sz="2025" b="0">
                <a:solidFill>
                  <a:srgbClr val="526773"/>
                </a:solidFill>
                <a:latin typeface="Arial"/>
                <a:ea typeface="Arial"/>
                <a:cs typeface="Arial"/>
              </a:rPr>
              <a:t>Wait for media and fonts.</a:t>
            </a:r>
          </a:p>
          <a:p xmlns:a="http://schemas.openxmlformats.org/drawingml/2006/main">
            <a:pPr algn="l">
              <a:defRPr sz="2025" b="0">
                <a:solidFill>
                  <a:srgbClr val="526773"/>
                </a:solidFill>
                <a:latin typeface="Arial"/>
                <a:ea typeface="Arial"/>
                <a:cs typeface="Arial"/>
              </a:defRPr>
            </a:pPr>
            <a:r>
              <a:rPr sz="2025" b="0">
                <a:solidFill>
                  <a:srgbClr val="526773"/>
                </a:solidFill>
                <a:latin typeface="Arial"/>
                <a:ea typeface="Arial"/>
                <a:cs typeface="Arial"/>
              </a:rPr>
              <a:t>Compare shuffled frame seeks.</a:t>
            </a:r>
          </a:p>
        </p:txBody>
      </p:sp>
      <p:sp>
        <p:nvSpPr>
          <p:cNvPr id="9" name="live-body">
            <a:extLst xmlns:a="http://schemas.openxmlformats.org/drawingml/2006/main">
              <a:ext uri="{FF2B5EF4-FFF2-40B4-BE49-F238E27FC236}">
                <a16:creationId xmlns:a16="http://schemas.microsoft.com/office/drawing/2014/main" id="{AD7FB1DF-1EE7-4CF2-9A17-68488E1B76ED}"/>
              </a:ext>
            </a:extLst>
          </p:cNvPr>
          <p:cNvSpPr>
            <a:spLocks xmlns:a="http://schemas.openxmlformats.org/drawingml/2006/main" noGrp="1"/>
          </p:cNvSpPr>
          <p:nvPr/>
        </p:nvSpPr>
        <p:spPr>
          <a:xfrm xmlns:a="http://schemas.openxmlformats.org/drawingml/2006/main">
            <a:off x="6477000" y="3248025"/>
            <a:ext cx="50482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0">
                <a:solidFill>
                  <a:srgbClr val="526773"/>
                </a:solidFill>
                <a:latin typeface="Arial"/>
                <a:ea typeface="Arial"/>
                <a:cs typeface="Arial"/>
              </a:defRPr>
            </a:defPPr>
            <a:lvl1pPr algn="l">
              <a:defRPr sz="2025" b="0">
                <a:solidFill>
                  <a:srgbClr val="526773"/>
                </a:solidFill>
                <a:latin typeface="Arial"/>
                <a:ea typeface="Arial"/>
                <a:cs typeface="Arial"/>
              </a:defRPr>
            </a:lvl1pPr>
            <a:lvl2pPr algn="l">
              <a:defRPr sz="2025" b="0">
                <a:solidFill>
                  <a:srgbClr val="526773"/>
                </a:solidFill>
                <a:latin typeface="Arial"/>
                <a:ea typeface="Arial"/>
                <a:cs typeface="Arial"/>
              </a:defRPr>
            </a:lvl2pPr>
            <a:lvl3pPr algn="l">
              <a:defRPr sz="2025" b="0">
                <a:solidFill>
                  <a:srgbClr val="526773"/>
                </a:solidFill>
                <a:latin typeface="Arial"/>
                <a:ea typeface="Arial"/>
                <a:cs typeface="Arial"/>
              </a:defRPr>
            </a:lvl3pPr>
            <a:lvl4pPr algn="l">
              <a:defRPr sz="2025" b="0">
                <a:solidFill>
                  <a:srgbClr val="526773"/>
                </a:solidFill>
                <a:latin typeface="Arial"/>
                <a:ea typeface="Arial"/>
                <a:cs typeface="Arial"/>
              </a:defRPr>
            </a:lvl4pPr>
            <a:lvl5pPr algn="l">
              <a:defRPr sz="2025" b="0">
                <a:solidFill>
                  <a:srgbClr val="526773"/>
                </a:solidFill>
                <a:latin typeface="Arial"/>
                <a:ea typeface="Arial"/>
                <a:cs typeface="Arial"/>
              </a:defRPr>
            </a:lvl5pPr>
            <a:lvl6pPr algn="l">
              <a:defRPr sz="2025" b="0">
                <a:solidFill>
                  <a:srgbClr val="526773"/>
                </a:solidFill>
                <a:latin typeface="Arial"/>
                <a:ea typeface="Arial"/>
                <a:cs typeface="Arial"/>
              </a:defRPr>
            </a:lvl6pPr>
            <a:lvl7pPr algn="l">
              <a:defRPr sz="2025" b="0">
                <a:solidFill>
                  <a:srgbClr val="526773"/>
                </a:solidFill>
                <a:latin typeface="Arial"/>
                <a:ea typeface="Arial"/>
                <a:cs typeface="Arial"/>
              </a:defRPr>
            </a:lvl7pPr>
            <a:lvl8pPr algn="l">
              <a:defRPr sz="2025" b="0">
                <a:solidFill>
                  <a:srgbClr val="526773"/>
                </a:solidFill>
                <a:latin typeface="Arial"/>
                <a:ea typeface="Arial"/>
                <a:cs typeface="Arial"/>
              </a:defRPr>
            </a:lvl8pPr>
            <a:lvl9pPr algn="l">
              <a:defRPr sz="2025" b="0">
                <a:solidFill>
                  <a:srgbClr val="526773"/>
                </a:solidFill>
                <a:latin typeface="Arial"/>
                <a:ea typeface="Arial"/>
                <a:cs typeface="Arial"/>
              </a:defRPr>
            </a:lvl9pPr>
          </a:lstStyle>
          <a:p xmlns:a="http://schemas.openxmlformats.org/drawingml/2006/main">
            <a:pPr algn="l">
              <a:defRPr sz="2025" b="0">
                <a:solidFill>
                  <a:srgbClr val="526773"/>
                </a:solidFill>
                <a:latin typeface="Arial"/>
                <a:ea typeface="Arial"/>
                <a:cs typeface="Arial"/>
              </a:defRPr>
            </a:pPr>
            <a:r>
              <a:rPr sz="2025" b="0">
                <a:solidFill>
                  <a:srgbClr val="526773"/>
                </a:solidFill>
                <a:latin typeface="Arial"/>
                <a:ea typeface="Arial"/>
                <a:cs typeface="Arial"/>
              </a:rPr>
              <a:t>Define pause, reset and replay.</a:t>
            </a:r>
          </a:p>
          <a:p xmlns:a="http://schemas.openxmlformats.org/drawingml/2006/main">
            <a:pPr algn="l">
              <a:defRPr sz="2025" b="0">
                <a:solidFill>
                  <a:srgbClr val="526773"/>
                </a:solidFill>
                <a:latin typeface="Arial"/>
                <a:ea typeface="Arial"/>
                <a:cs typeface="Arial"/>
              </a:defRPr>
            </a:pPr>
            <a:r>
              <a:rPr sz="2025" b="0">
                <a:solidFill>
                  <a:srgbClr val="526773"/>
                </a:solidFill>
                <a:latin typeface="Arial"/>
                <a:ea typeface="Arial"/>
                <a:cs typeface="Arial"/>
              </a:rPr>
              <a:t>Record timing and user input.</a:t>
            </a:r>
          </a:p>
          <a:p xmlns:a="http://schemas.openxmlformats.org/drawingml/2006/main">
            <a:pPr algn="l">
              <a:defRPr sz="2025" b="0">
                <a:solidFill>
                  <a:srgbClr val="526773"/>
                </a:solidFill>
                <a:latin typeface="Arial"/>
                <a:ea typeface="Arial"/>
                <a:cs typeface="Arial"/>
              </a:defRPr>
            </a:pPr>
            <a:r>
              <a:rPr sz="2025" b="0">
                <a:solidFill>
                  <a:srgbClr val="526773"/>
                </a:solidFill>
                <a:latin typeface="Arial"/>
                <a:ea typeface="Arial"/>
                <a:cs typeface="Arial"/>
              </a:rPr>
              <a:t>Set bounds on work and memory.</a:t>
            </a:r>
          </a:p>
          <a:p xmlns:a="http://schemas.openxmlformats.org/drawingml/2006/main">
            <a:pPr algn="l">
              <a:defRPr sz="2025" b="0">
                <a:solidFill>
                  <a:srgbClr val="526773"/>
                </a:solidFill>
                <a:latin typeface="Arial"/>
                <a:ea typeface="Arial"/>
                <a:cs typeface="Arial"/>
              </a:defRPr>
            </a:pPr>
            <a:r>
              <a:rPr sz="2025" b="0">
                <a:solidFill>
                  <a:srgbClr val="526773"/>
                </a:solidFill>
                <a:latin typeface="Arial"/>
                <a:ea typeface="Arial"/>
                <a:cs typeface="Arial"/>
              </a:rPr>
              <a:t>Provide motion controls as needed.</a:t>
            </a:r>
          </a:p>
        </p:txBody>
      </p:sp>
      <p:sp>
        <p:nvSpPr>
          <p:cNvPr id="10" name="time-note">
            <a:extLst xmlns:a="http://schemas.openxmlformats.org/drawingml/2006/main">
              <a:ext uri="{FF2B5EF4-FFF2-40B4-BE49-F238E27FC236}">
                <a16:creationId xmlns:a16="http://schemas.microsoft.com/office/drawing/2014/main" id="{A39EAC84-A2AC-42B1-A6E7-122D332DF0BE}"/>
              </a:ext>
            </a:extLst>
          </p:cNvPr>
          <p:cNvSpPr>
            <a:spLocks xmlns:a="http://schemas.openxmlformats.org/drawingml/2006/main" noGrp="1"/>
          </p:cNvSpPr>
          <p:nvPr/>
        </p:nvSpPr>
        <p:spPr>
          <a:xfrm xmlns:a="http://schemas.openxmlformats.org/drawingml/2006/main">
            <a:off x="657225" y="5610225"/>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875" b="0">
                <a:solidFill>
                  <a:srgbClr val="16242B"/>
                </a:solidFill>
                <a:latin typeface="Arial"/>
                <a:ea typeface="Arial"/>
                <a:cs typeface="Arial"/>
              </a:defRPr>
            </a:defPPr>
            <a:lvl1pPr algn="l">
              <a:defRPr sz="1875" b="0">
                <a:solidFill>
                  <a:srgbClr val="16242B"/>
                </a:solidFill>
                <a:latin typeface="Arial"/>
                <a:ea typeface="Arial"/>
                <a:cs typeface="Arial"/>
              </a:defRPr>
            </a:lvl1pPr>
            <a:lvl2pPr algn="l">
              <a:defRPr sz="1875" b="0">
                <a:solidFill>
                  <a:srgbClr val="16242B"/>
                </a:solidFill>
                <a:latin typeface="Arial"/>
                <a:ea typeface="Arial"/>
                <a:cs typeface="Arial"/>
              </a:defRPr>
            </a:lvl2pPr>
            <a:lvl3pPr algn="l">
              <a:defRPr sz="1875" b="0">
                <a:solidFill>
                  <a:srgbClr val="16242B"/>
                </a:solidFill>
                <a:latin typeface="Arial"/>
                <a:ea typeface="Arial"/>
                <a:cs typeface="Arial"/>
              </a:defRPr>
            </a:lvl3pPr>
            <a:lvl4pPr algn="l">
              <a:defRPr sz="1875" b="0">
                <a:solidFill>
                  <a:srgbClr val="16242B"/>
                </a:solidFill>
                <a:latin typeface="Arial"/>
                <a:ea typeface="Arial"/>
                <a:cs typeface="Arial"/>
              </a:defRPr>
            </a:lvl4pPr>
            <a:lvl5pPr algn="l">
              <a:defRPr sz="1875" b="0">
                <a:solidFill>
                  <a:srgbClr val="16242B"/>
                </a:solidFill>
                <a:latin typeface="Arial"/>
                <a:ea typeface="Arial"/>
                <a:cs typeface="Arial"/>
              </a:defRPr>
            </a:lvl5pPr>
            <a:lvl6pPr algn="l">
              <a:defRPr sz="1875" b="0">
                <a:solidFill>
                  <a:srgbClr val="16242B"/>
                </a:solidFill>
                <a:latin typeface="Arial"/>
                <a:ea typeface="Arial"/>
                <a:cs typeface="Arial"/>
              </a:defRPr>
            </a:lvl6pPr>
            <a:lvl7pPr algn="l">
              <a:defRPr sz="1875" b="0">
                <a:solidFill>
                  <a:srgbClr val="16242B"/>
                </a:solidFill>
                <a:latin typeface="Arial"/>
                <a:ea typeface="Arial"/>
                <a:cs typeface="Arial"/>
              </a:defRPr>
            </a:lvl7pPr>
            <a:lvl8pPr algn="l">
              <a:defRPr sz="1875" b="0">
                <a:solidFill>
                  <a:srgbClr val="16242B"/>
                </a:solidFill>
                <a:latin typeface="Arial"/>
                <a:ea typeface="Arial"/>
                <a:cs typeface="Arial"/>
              </a:defRPr>
            </a:lvl8pPr>
            <a:lvl9pPr algn="l">
              <a:defRPr sz="1875" b="0">
                <a:solidFill>
                  <a:srgbClr val="16242B"/>
                </a:solidFill>
                <a:latin typeface="Arial"/>
                <a:ea typeface="Arial"/>
                <a:cs typeface="Arial"/>
              </a:defRPr>
            </a:lvl9pPr>
          </a:lstStyle>
          <a:p xmlns:a="http://schemas.openxmlformats.org/drawingml/2006/main">
            <a:pPr algn="l">
              <a:defRPr sz="1875" b="0">
                <a:solidFill>
                  <a:srgbClr val="16242B"/>
                </a:solidFill>
                <a:latin typeface="Arial"/>
                <a:ea typeface="Arial"/>
                <a:cs typeface="Arial"/>
              </a:defRPr>
            </a:pPr>
            <a:r>
              <a:rPr sz="1875" b="0">
                <a:solidFill>
                  <a:srgbClr val="16242B"/>
                </a:solidFill>
                <a:latin typeface="Arial"/>
                <a:ea typeface="Arial"/>
                <a:cs typeface="Arial"/>
              </a:rPr>
              <a:t>A repeatable frame check tests timing behavior. It does not judge the story.</a:t>
            </a:r>
          </a:p>
        </p:txBody>
      </p:sp>
    </p:spTree>
    <p:extLst>
      <p:ext uri="{BB962C8B-B14F-4D97-AF65-F5344CB8AC3E}">
        <p14:creationId xmlns:p14="http://schemas.microsoft.com/office/powerpoint/2010/main" val="451137346"/>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65663542-194C-4663-878B-BC9BF6143752}"/>
              </a:ext>
            </a:extLst>
          </p:cNvPr>
          <p:cNvSpPr>
            <a:spLocks xmlns:a="http://schemas.openxmlformats.org/drawingml/2006/main" noGrp="1"/>
          </p:cNvSpPr>
          <p:nvPr/>
        </p:nvSpPr>
        <p:spPr>
          <a:xfrm xmlns:a="http://schemas.openxmlformats.org/drawingml/2006/main">
            <a:off x="628650" y="447675"/>
            <a:ext cx="10934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450" b="1">
                <a:solidFill>
                  <a:srgbClr val="16242B"/>
                </a:solidFill>
                <a:latin typeface="Arial"/>
                <a:ea typeface="Arial"/>
                <a:cs typeface="Arial"/>
              </a:defRPr>
            </a:defPPr>
            <a:lvl1pPr algn="l">
              <a:defRPr sz="3450" b="1">
                <a:solidFill>
                  <a:srgbClr val="16242B"/>
                </a:solidFill>
                <a:latin typeface="Arial"/>
                <a:ea typeface="Arial"/>
                <a:cs typeface="Arial"/>
              </a:defRPr>
            </a:lvl1pPr>
            <a:lvl2pPr algn="l">
              <a:defRPr sz="3450" b="1">
                <a:solidFill>
                  <a:srgbClr val="16242B"/>
                </a:solidFill>
                <a:latin typeface="Arial"/>
                <a:ea typeface="Arial"/>
                <a:cs typeface="Arial"/>
              </a:defRPr>
            </a:lvl2pPr>
            <a:lvl3pPr algn="l">
              <a:defRPr sz="3450" b="1">
                <a:solidFill>
                  <a:srgbClr val="16242B"/>
                </a:solidFill>
                <a:latin typeface="Arial"/>
                <a:ea typeface="Arial"/>
                <a:cs typeface="Arial"/>
              </a:defRPr>
            </a:lvl3pPr>
            <a:lvl4pPr algn="l">
              <a:defRPr sz="3450" b="1">
                <a:solidFill>
                  <a:srgbClr val="16242B"/>
                </a:solidFill>
                <a:latin typeface="Arial"/>
                <a:ea typeface="Arial"/>
                <a:cs typeface="Arial"/>
              </a:defRPr>
            </a:lvl4pPr>
            <a:lvl5pPr algn="l">
              <a:defRPr sz="3450" b="1">
                <a:solidFill>
                  <a:srgbClr val="16242B"/>
                </a:solidFill>
                <a:latin typeface="Arial"/>
                <a:ea typeface="Arial"/>
                <a:cs typeface="Arial"/>
              </a:defRPr>
            </a:lvl5pPr>
            <a:lvl6pPr algn="l">
              <a:defRPr sz="3450" b="1">
                <a:solidFill>
                  <a:srgbClr val="16242B"/>
                </a:solidFill>
                <a:latin typeface="Arial"/>
                <a:ea typeface="Arial"/>
                <a:cs typeface="Arial"/>
              </a:defRPr>
            </a:lvl6pPr>
            <a:lvl7pPr algn="l">
              <a:defRPr sz="3450" b="1">
                <a:solidFill>
                  <a:srgbClr val="16242B"/>
                </a:solidFill>
                <a:latin typeface="Arial"/>
                <a:ea typeface="Arial"/>
                <a:cs typeface="Arial"/>
              </a:defRPr>
            </a:lvl7pPr>
            <a:lvl8pPr algn="l">
              <a:defRPr sz="3450" b="1">
                <a:solidFill>
                  <a:srgbClr val="16242B"/>
                </a:solidFill>
                <a:latin typeface="Arial"/>
                <a:ea typeface="Arial"/>
                <a:cs typeface="Arial"/>
              </a:defRPr>
            </a:lvl8pPr>
            <a:lvl9pPr algn="l">
              <a:defRPr sz="3450" b="1">
                <a:solidFill>
                  <a:srgbClr val="16242B"/>
                </a:solidFill>
                <a:latin typeface="Arial"/>
                <a:ea typeface="Arial"/>
                <a:cs typeface="Arial"/>
              </a:defRPr>
            </a:lvl9pPr>
          </a:lstStyle>
          <a:p xmlns:a="http://schemas.openxmlformats.org/drawingml/2006/main">
            <a:pPr algn="l">
              <a:defRPr sz="3450" b="1">
                <a:solidFill>
                  <a:srgbClr val="16242B"/>
                </a:solidFill>
                <a:latin typeface="Arial"/>
                <a:ea typeface="Arial"/>
                <a:cs typeface="Arial"/>
              </a:defRPr>
            </a:pPr>
            <a:r>
              <a:rPr sz="3450" b="1">
                <a:solidFill>
                  <a:srgbClr val="16242B"/>
                </a:solidFill>
                <a:latin typeface="Arial"/>
                <a:ea typeface="Arial"/>
                <a:cs typeface="Arial"/>
              </a:rPr>
              <a:t>Choose tools by the handoff</a:t>
            </a:r>
          </a:p>
        </p:txBody>
      </p:sp>
      <p:sp>
        <p:nvSpPr>
          <p:cNvPr id="2" name="page">
            <a:extLst xmlns:a="http://schemas.openxmlformats.org/drawingml/2006/main">
              <a:ext uri="{FF2B5EF4-FFF2-40B4-BE49-F238E27FC236}">
                <a16:creationId xmlns:a16="http://schemas.microsoft.com/office/drawing/2014/main" id="{8F3C851C-6827-44E4-8906-2F7FC0150F51}"/>
              </a:ext>
            </a:extLst>
          </p:cNvPr>
          <p:cNvSpPr>
            <a:spLocks xmlns:a="http://schemas.openxmlformats.org/drawingml/2006/main" noGrp="1"/>
          </p:cNvSpPr>
          <p:nvPr/>
        </p:nvSpPr>
        <p:spPr>
          <a:xfrm xmlns:a="http://schemas.openxmlformats.org/drawingml/2006/main">
            <a:off x="11049000" y="61626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0">
                <a:solidFill>
                  <a:srgbClr val="526773"/>
                </a:solidFill>
                <a:latin typeface="Arial"/>
                <a:ea typeface="Arial"/>
                <a:cs typeface="Arial"/>
              </a:defRPr>
            </a:defPPr>
            <a:lvl1pPr algn="l">
              <a:defRPr sz="1275" b="0">
                <a:solidFill>
                  <a:srgbClr val="526773"/>
                </a:solidFill>
                <a:latin typeface="Arial"/>
                <a:ea typeface="Arial"/>
                <a:cs typeface="Arial"/>
              </a:defRPr>
            </a:lvl1pPr>
            <a:lvl2pPr algn="l">
              <a:defRPr sz="1275" b="0">
                <a:solidFill>
                  <a:srgbClr val="526773"/>
                </a:solidFill>
                <a:latin typeface="Arial"/>
                <a:ea typeface="Arial"/>
                <a:cs typeface="Arial"/>
              </a:defRPr>
            </a:lvl2pPr>
            <a:lvl3pPr algn="l">
              <a:defRPr sz="1275" b="0">
                <a:solidFill>
                  <a:srgbClr val="526773"/>
                </a:solidFill>
                <a:latin typeface="Arial"/>
                <a:ea typeface="Arial"/>
                <a:cs typeface="Arial"/>
              </a:defRPr>
            </a:lvl3pPr>
            <a:lvl4pPr algn="l">
              <a:defRPr sz="1275" b="0">
                <a:solidFill>
                  <a:srgbClr val="526773"/>
                </a:solidFill>
                <a:latin typeface="Arial"/>
                <a:ea typeface="Arial"/>
                <a:cs typeface="Arial"/>
              </a:defRPr>
            </a:lvl4pPr>
            <a:lvl5pPr algn="l">
              <a:defRPr sz="1275" b="0">
                <a:solidFill>
                  <a:srgbClr val="526773"/>
                </a:solidFill>
                <a:latin typeface="Arial"/>
                <a:ea typeface="Arial"/>
                <a:cs typeface="Arial"/>
              </a:defRPr>
            </a:lvl5pPr>
            <a:lvl6pPr algn="l">
              <a:defRPr sz="1275" b="0">
                <a:solidFill>
                  <a:srgbClr val="526773"/>
                </a:solidFill>
                <a:latin typeface="Arial"/>
                <a:ea typeface="Arial"/>
                <a:cs typeface="Arial"/>
              </a:defRPr>
            </a:lvl6pPr>
            <a:lvl7pPr algn="l">
              <a:defRPr sz="1275" b="0">
                <a:solidFill>
                  <a:srgbClr val="526773"/>
                </a:solidFill>
                <a:latin typeface="Arial"/>
                <a:ea typeface="Arial"/>
                <a:cs typeface="Arial"/>
              </a:defRPr>
            </a:lvl7pPr>
            <a:lvl8pPr algn="l">
              <a:defRPr sz="1275" b="0">
                <a:solidFill>
                  <a:srgbClr val="526773"/>
                </a:solidFill>
                <a:latin typeface="Arial"/>
                <a:ea typeface="Arial"/>
                <a:cs typeface="Arial"/>
              </a:defRPr>
            </a:lvl8pPr>
            <a:lvl9pPr algn="l">
              <a:defRPr sz="1275" b="0">
                <a:solidFill>
                  <a:srgbClr val="526773"/>
                </a:solidFill>
                <a:latin typeface="Arial"/>
                <a:ea typeface="Arial"/>
                <a:cs typeface="Arial"/>
              </a:defRPr>
            </a:lvl9pPr>
          </a:lstStyle>
          <a:p xmlns:a="http://schemas.openxmlformats.org/drawingml/2006/main">
            <a:pPr algn="l">
              <a:defRPr sz="1275" b="0">
                <a:solidFill>
                  <a:srgbClr val="526773"/>
                </a:solidFill>
                <a:latin typeface="Arial"/>
                <a:ea typeface="Arial"/>
                <a:cs typeface="Arial"/>
              </a:defRPr>
            </a:pPr>
            <a:r>
              <a:rPr sz="1275" b="0">
                <a:solidFill>
                  <a:srgbClr val="526773"/>
                </a:solidFill>
                <a:latin typeface="Arial"/>
                <a:ea typeface="Arial"/>
                <a:cs typeface="Arial"/>
              </a:rPr>
              <a:t>05</a:t>
            </a:r>
          </a:p>
        </p:txBody>
      </p:sp>
      <p:sp>
        <p:nvSpPr>
          <p:cNvPr id="3" name="tool-thesis">
            <a:extLst xmlns:a="http://schemas.openxmlformats.org/drawingml/2006/main">
              <a:ext uri="{FF2B5EF4-FFF2-40B4-BE49-F238E27FC236}">
                <a16:creationId xmlns:a16="http://schemas.microsoft.com/office/drawing/2014/main" id="{EEF90134-7A4A-47F5-B30B-28ACAAFE6BB2}"/>
              </a:ext>
            </a:extLst>
          </p:cNvPr>
          <p:cNvSpPr>
            <a:spLocks xmlns:a="http://schemas.openxmlformats.org/drawingml/2006/main" noGrp="1"/>
          </p:cNvSpPr>
          <p:nvPr/>
        </p:nvSpPr>
        <p:spPr>
          <a:xfrm xmlns:a="http://schemas.openxmlformats.org/drawingml/2006/main">
            <a:off x="647700" y="1238250"/>
            <a:ext cx="107632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325" b="0">
                <a:solidFill>
                  <a:srgbClr val="526773"/>
                </a:solidFill>
                <a:latin typeface="Arial"/>
                <a:ea typeface="Arial"/>
                <a:cs typeface="Arial"/>
              </a:defRPr>
            </a:defPPr>
            <a:lvl1pPr algn="l">
              <a:defRPr sz="2325" b="0">
                <a:solidFill>
                  <a:srgbClr val="526773"/>
                </a:solidFill>
                <a:latin typeface="Arial"/>
                <a:ea typeface="Arial"/>
                <a:cs typeface="Arial"/>
              </a:defRPr>
            </a:lvl1pPr>
            <a:lvl2pPr algn="l">
              <a:defRPr sz="2325" b="0">
                <a:solidFill>
                  <a:srgbClr val="526773"/>
                </a:solidFill>
                <a:latin typeface="Arial"/>
                <a:ea typeface="Arial"/>
                <a:cs typeface="Arial"/>
              </a:defRPr>
            </a:lvl2pPr>
            <a:lvl3pPr algn="l">
              <a:defRPr sz="2325" b="0">
                <a:solidFill>
                  <a:srgbClr val="526773"/>
                </a:solidFill>
                <a:latin typeface="Arial"/>
                <a:ea typeface="Arial"/>
                <a:cs typeface="Arial"/>
              </a:defRPr>
            </a:lvl3pPr>
            <a:lvl4pPr algn="l">
              <a:defRPr sz="2325" b="0">
                <a:solidFill>
                  <a:srgbClr val="526773"/>
                </a:solidFill>
                <a:latin typeface="Arial"/>
                <a:ea typeface="Arial"/>
                <a:cs typeface="Arial"/>
              </a:defRPr>
            </a:lvl4pPr>
            <a:lvl5pPr algn="l">
              <a:defRPr sz="2325" b="0">
                <a:solidFill>
                  <a:srgbClr val="526773"/>
                </a:solidFill>
                <a:latin typeface="Arial"/>
                <a:ea typeface="Arial"/>
                <a:cs typeface="Arial"/>
              </a:defRPr>
            </a:lvl5pPr>
            <a:lvl6pPr algn="l">
              <a:defRPr sz="2325" b="0">
                <a:solidFill>
                  <a:srgbClr val="526773"/>
                </a:solidFill>
                <a:latin typeface="Arial"/>
                <a:ea typeface="Arial"/>
                <a:cs typeface="Arial"/>
              </a:defRPr>
            </a:lvl6pPr>
            <a:lvl7pPr algn="l">
              <a:defRPr sz="2325" b="0">
                <a:solidFill>
                  <a:srgbClr val="526773"/>
                </a:solidFill>
                <a:latin typeface="Arial"/>
                <a:ea typeface="Arial"/>
                <a:cs typeface="Arial"/>
              </a:defRPr>
            </a:lvl7pPr>
            <a:lvl8pPr algn="l">
              <a:defRPr sz="2325" b="0">
                <a:solidFill>
                  <a:srgbClr val="526773"/>
                </a:solidFill>
                <a:latin typeface="Arial"/>
                <a:ea typeface="Arial"/>
                <a:cs typeface="Arial"/>
              </a:defRPr>
            </a:lvl8pPr>
            <a:lvl9pPr algn="l">
              <a:defRPr sz="2325" b="0">
                <a:solidFill>
                  <a:srgbClr val="526773"/>
                </a:solidFill>
                <a:latin typeface="Arial"/>
                <a:ea typeface="Arial"/>
                <a:cs typeface="Arial"/>
              </a:defRPr>
            </a:lvl9pPr>
          </a:lstStyle>
          <a:p xmlns:a="http://schemas.openxmlformats.org/drawingml/2006/main">
            <a:pPr algn="l">
              <a:defRPr sz="2325" b="0">
                <a:solidFill>
                  <a:srgbClr val="526773"/>
                </a:solidFill>
                <a:latin typeface="Arial"/>
                <a:ea typeface="Arial"/>
                <a:cs typeface="Arial"/>
              </a:defRPr>
            </a:pPr>
            <a:r>
              <a:rPr sz="2325" b="0">
                <a:solidFill>
                  <a:srgbClr val="526773"/>
                </a:solidFill>
                <a:latin typeface="Arial"/>
                <a:ea typeface="Arial"/>
                <a:cs typeface="Arial"/>
              </a:rPr>
              <a:t>The best route preserves the controls the next person needs.</a:t>
            </a:r>
          </a:p>
        </p:txBody>
      </p:sp>
      <p:sp>
        <p:nvSpPr>
          <p:cNvPr id="4" name="route-0">
            <a:extLst xmlns:a="http://schemas.openxmlformats.org/drawingml/2006/main">
              <a:ext uri="{FF2B5EF4-FFF2-40B4-BE49-F238E27FC236}">
                <a16:creationId xmlns:a16="http://schemas.microsoft.com/office/drawing/2014/main" id="{78B8F6D6-B6B0-48B4-B507-B8477D11A6E6}"/>
              </a:ext>
            </a:extLst>
          </p:cNvPr>
          <p:cNvSpPr>
            <a:spLocks xmlns:a="http://schemas.openxmlformats.org/drawingml/2006/main" noGrp="1"/>
          </p:cNvSpPr>
          <p:nvPr/>
        </p:nvSpPr>
        <p:spPr>
          <a:xfrm xmlns:a="http://schemas.openxmlformats.org/drawingml/2006/main">
            <a:off x="666750" y="22860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175" b="1">
                <a:solidFill>
                  <a:srgbClr val="006F70"/>
                </a:solidFill>
                <a:latin typeface="Arial"/>
                <a:ea typeface="Arial"/>
                <a:cs typeface="Arial"/>
              </a:defRPr>
            </a:defPPr>
            <a:lvl1pPr algn="l">
              <a:defRPr sz="2175" b="1">
                <a:solidFill>
                  <a:srgbClr val="006F70"/>
                </a:solidFill>
                <a:latin typeface="Arial"/>
                <a:ea typeface="Arial"/>
                <a:cs typeface="Arial"/>
              </a:defRPr>
            </a:lvl1pPr>
            <a:lvl2pPr algn="l">
              <a:defRPr sz="2175" b="1">
                <a:solidFill>
                  <a:srgbClr val="006F70"/>
                </a:solidFill>
                <a:latin typeface="Arial"/>
                <a:ea typeface="Arial"/>
                <a:cs typeface="Arial"/>
              </a:defRPr>
            </a:lvl2pPr>
            <a:lvl3pPr algn="l">
              <a:defRPr sz="2175" b="1">
                <a:solidFill>
                  <a:srgbClr val="006F70"/>
                </a:solidFill>
                <a:latin typeface="Arial"/>
                <a:ea typeface="Arial"/>
                <a:cs typeface="Arial"/>
              </a:defRPr>
            </a:lvl3pPr>
            <a:lvl4pPr algn="l">
              <a:defRPr sz="2175" b="1">
                <a:solidFill>
                  <a:srgbClr val="006F70"/>
                </a:solidFill>
                <a:latin typeface="Arial"/>
                <a:ea typeface="Arial"/>
                <a:cs typeface="Arial"/>
              </a:defRPr>
            </a:lvl4pPr>
            <a:lvl5pPr algn="l">
              <a:defRPr sz="2175" b="1">
                <a:solidFill>
                  <a:srgbClr val="006F70"/>
                </a:solidFill>
                <a:latin typeface="Arial"/>
                <a:ea typeface="Arial"/>
                <a:cs typeface="Arial"/>
              </a:defRPr>
            </a:lvl5pPr>
            <a:lvl6pPr algn="l">
              <a:defRPr sz="2175" b="1">
                <a:solidFill>
                  <a:srgbClr val="006F70"/>
                </a:solidFill>
                <a:latin typeface="Arial"/>
                <a:ea typeface="Arial"/>
                <a:cs typeface="Arial"/>
              </a:defRPr>
            </a:lvl6pPr>
            <a:lvl7pPr algn="l">
              <a:defRPr sz="2175" b="1">
                <a:solidFill>
                  <a:srgbClr val="006F70"/>
                </a:solidFill>
                <a:latin typeface="Arial"/>
                <a:ea typeface="Arial"/>
                <a:cs typeface="Arial"/>
              </a:defRPr>
            </a:lvl7pPr>
            <a:lvl8pPr algn="l">
              <a:defRPr sz="2175" b="1">
                <a:solidFill>
                  <a:srgbClr val="006F70"/>
                </a:solidFill>
                <a:latin typeface="Arial"/>
                <a:ea typeface="Arial"/>
                <a:cs typeface="Arial"/>
              </a:defRPr>
            </a:lvl8pPr>
            <a:lvl9pPr algn="l">
              <a:defRPr sz="2175" b="1">
                <a:solidFill>
                  <a:srgbClr val="006F70"/>
                </a:solidFill>
                <a:latin typeface="Arial"/>
                <a:ea typeface="Arial"/>
                <a:cs typeface="Arial"/>
              </a:defRPr>
            </a:lvl9pPr>
          </a:lstStyle>
          <a:p xmlns:a="http://schemas.openxmlformats.org/drawingml/2006/main">
            <a:pPr algn="l">
              <a:defRPr sz="2175" b="1">
                <a:solidFill>
                  <a:srgbClr val="006F70"/>
                </a:solidFill>
                <a:latin typeface="Arial"/>
                <a:ea typeface="Arial"/>
                <a:cs typeface="Arial"/>
              </a:defRPr>
            </a:pPr>
            <a:r>
              <a:rPr sz="2175" b="1">
                <a:solidFill>
                  <a:srgbClr val="006F70"/>
                </a:solidFill>
                <a:latin typeface="Arial"/>
                <a:ea typeface="Arial"/>
                <a:cs typeface="Arial"/>
              </a:rPr>
              <a:t>Editorial</a:t>
            </a:r>
          </a:p>
        </p:txBody>
      </p:sp>
      <p:sp>
        <p:nvSpPr>
          <p:cNvPr id="5" name="need-0">
            <a:extLst xmlns:a="http://schemas.openxmlformats.org/drawingml/2006/main">
              <a:ext uri="{FF2B5EF4-FFF2-40B4-BE49-F238E27FC236}">
                <a16:creationId xmlns:a16="http://schemas.microsoft.com/office/drawing/2014/main" id="{6B705263-5CDE-4365-8BEC-AC4577B5BED4}"/>
              </a:ext>
            </a:extLst>
          </p:cNvPr>
          <p:cNvSpPr>
            <a:spLocks xmlns:a="http://schemas.openxmlformats.org/drawingml/2006/main" noGrp="1"/>
          </p:cNvSpPr>
          <p:nvPr/>
        </p:nvSpPr>
        <p:spPr>
          <a:xfrm xmlns:a="http://schemas.openxmlformats.org/drawingml/2006/main">
            <a:off x="3000375" y="2286000"/>
            <a:ext cx="4610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16242B"/>
                </a:solidFill>
                <a:latin typeface="Arial"/>
                <a:ea typeface="Arial"/>
                <a:cs typeface="Arial"/>
              </a:defRPr>
            </a:defPPr>
            <a:lvl1pPr algn="l">
              <a:defRPr sz="1950" b="0">
                <a:solidFill>
                  <a:srgbClr val="16242B"/>
                </a:solidFill>
                <a:latin typeface="Arial"/>
                <a:ea typeface="Arial"/>
                <a:cs typeface="Arial"/>
              </a:defRPr>
            </a:lvl1pPr>
            <a:lvl2pPr algn="l">
              <a:defRPr sz="1950" b="0">
                <a:solidFill>
                  <a:srgbClr val="16242B"/>
                </a:solidFill>
                <a:latin typeface="Arial"/>
                <a:ea typeface="Arial"/>
                <a:cs typeface="Arial"/>
              </a:defRPr>
            </a:lvl2pPr>
            <a:lvl3pPr algn="l">
              <a:defRPr sz="1950" b="0">
                <a:solidFill>
                  <a:srgbClr val="16242B"/>
                </a:solidFill>
                <a:latin typeface="Arial"/>
                <a:ea typeface="Arial"/>
                <a:cs typeface="Arial"/>
              </a:defRPr>
            </a:lvl3pPr>
            <a:lvl4pPr algn="l">
              <a:defRPr sz="1950" b="0">
                <a:solidFill>
                  <a:srgbClr val="16242B"/>
                </a:solidFill>
                <a:latin typeface="Arial"/>
                <a:ea typeface="Arial"/>
                <a:cs typeface="Arial"/>
              </a:defRPr>
            </a:lvl4pPr>
            <a:lvl5pPr algn="l">
              <a:defRPr sz="1950" b="0">
                <a:solidFill>
                  <a:srgbClr val="16242B"/>
                </a:solidFill>
                <a:latin typeface="Arial"/>
                <a:ea typeface="Arial"/>
                <a:cs typeface="Arial"/>
              </a:defRPr>
            </a:lvl5pPr>
            <a:lvl6pPr algn="l">
              <a:defRPr sz="1950" b="0">
                <a:solidFill>
                  <a:srgbClr val="16242B"/>
                </a:solidFill>
                <a:latin typeface="Arial"/>
                <a:ea typeface="Arial"/>
                <a:cs typeface="Arial"/>
              </a:defRPr>
            </a:lvl6pPr>
            <a:lvl7pPr algn="l">
              <a:defRPr sz="1950" b="0">
                <a:solidFill>
                  <a:srgbClr val="16242B"/>
                </a:solidFill>
                <a:latin typeface="Arial"/>
                <a:ea typeface="Arial"/>
                <a:cs typeface="Arial"/>
              </a:defRPr>
            </a:lvl7pPr>
            <a:lvl8pPr algn="l">
              <a:defRPr sz="1950" b="0">
                <a:solidFill>
                  <a:srgbClr val="16242B"/>
                </a:solidFill>
                <a:latin typeface="Arial"/>
                <a:ea typeface="Arial"/>
                <a:cs typeface="Arial"/>
              </a:defRPr>
            </a:lvl8pPr>
            <a:lvl9pPr algn="l">
              <a:defRPr sz="1950" b="0">
                <a:solidFill>
                  <a:srgbClr val="16242B"/>
                </a:solidFill>
                <a:latin typeface="Arial"/>
                <a:ea typeface="Arial"/>
                <a:cs typeface="Arial"/>
              </a:defRPr>
            </a:lvl9pPr>
          </a:lstStyle>
          <a:p xmlns:a="http://schemas.openxmlformats.org/drawingml/2006/main">
            <a:pPr algn="l">
              <a:defRPr sz="1950" b="0">
                <a:solidFill>
                  <a:srgbClr val="16242B"/>
                </a:solidFill>
                <a:latin typeface="Arial"/>
                <a:ea typeface="Arial"/>
                <a:cs typeface="Arial"/>
              </a:defRPr>
            </a:pPr>
            <a:r>
              <a:rPr sz="1950" b="0">
                <a:solidFill>
                  <a:srgbClr val="16242B"/>
                </a:solidFill>
                <a:latin typeface="Arial"/>
                <a:ea typeface="Arial"/>
                <a:cs typeface="Arial"/>
              </a:rPr>
              <a:t>Cuts, dialogue, sound and color</a:t>
            </a:r>
          </a:p>
        </p:txBody>
      </p:sp>
      <p:sp>
        <p:nvSpPr>
          <p:cNvPr id="6" name="handoff-0">
            <a:extLst xmlns:a="http://schemas.openxmlformats.org/drawingml/2006/main">
              <a:ext uri="{FF2B5EF4-FFF2-40B4-BE49-F238E27FC236}">
                <a16:creationId xmlns:a16="http://schemas.microsoft.com/office/drawing/2014/main" id="{8B0A13AA-DB26-45EB-9609-E2BBF6C71B2A}"/>
              </a:ext>
            </a:extLst>
          </p:cNvPr>
          <p:cNvSpPr>
            <a:spLocks xmlns:a="http://schemas.openxmlformats.org/drawingml/2006/main" noGrp="1"/>
          </p:cNvSpPr>
          <p:nvPr/>
        </p:nvSpPr>
        <p:spPr>
          <a:xfrm xmlns:a="http://schemas.openxmlformats.org/drawingml/2006/main">
            <a:off x="7953375" y="228600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16242B"/>
                </a:solidFill>
                <a:latin typeface="Arial"/>
                <a:ea typeface="Arial"/>
                <a:cs typeface="Arial"/>
              </a:defRPr>
            </a:defPPr>
            <a:lvl1pPr algn="l">
              <a:defRPr sz="1950" b="0">
                <a:solidFill>
                  <a:srgbClr val="16242B"/>
                </a:solidFill>
                <a:latin typeface="Arial"/>
                <a:ea typeface="Arial"/>
                <a:cs typeface="Arial"/>
              </a:defRPr>
            </a:lvl1pPr>
            <a:lvl2pPr algn="l">
              <a:defRPr sz="1950" b="0">
                <a:solidFill>
                  <a:srgbClr val="16242B"/>
                </a:solidFill>
                <a:latin typeface="Arial"/>
                <a:ea typeface="Arial"/>
                <a:cs typeface="Arial"/>
              </a:defRPr>
            </a:lvl2pPr>
            <a:lvl3pPr algn="l">
              <a:defRPr sz="1950" b="0">
                <a:solidFill>
                  <a:srgbClr val="16242B"/>
                </a:solidFill>
                <a:latin typeface="Arial"/>
                <a:ea typeface="Arial"/>
                <a:cs typeface="Arial"/>
              </a:defRPr>
            </a:lvl3pPr>
            <a:lvl4pPr algn="l">
              <a:defRPr sz="1950" b="0">
                <a:solidFill>
                  <a:srgbClr val="16242B"/>
                </a:solidFill>
                <a:latin typeface="Arial"/>
                <a:ea typeface="Arial"/>
                <a:cs typeface="Arial"/>
              </a:defRPr>
            </a:lvl4pPr>
            <a:lvl5pPr algn="l">
              <a:defRPr sz="1950" b="0">
                <a:solidFill>
                  <a:srgbClr val="16242B"/>
                </a:solidFill>
                <a:latin typeface="Arial"/>
                <a:ea typeface="Arial"/>
                <a:cs typeface="Arial"/>
              </a:defRPr>
            </a:lvl5pPr>
            <a:lvl6pPr algn="l">
              <a:defRPr sz="1950" b="0">
                <a:solidFill>
                  <a:srgbClr val="16242B"/>
                </a:solidFill>
                <a:latin typeface="Arial"/>
                <a:ea typeface="Arial"/>
                <a:cs typeface="Arial"/>
              </a:defRPr>
            </a:lvl6pPr>
            <a:lvl7pPr algn="l">
              <a:defRPr sz="1950" b="0">
                <a:solidFill>
                  <a:srgbClr val="16242B"/>
                </a:solidFill>
                <a:latin typeface="Arial"/>
                <a:ea typeface="Arial"/>
                <a:cs typeface="Arial"/>
              </a:defRPr>
            </a:lvl7pPr>
            <a:lvl8pPr algn="l">
              <a:defRPr sz="1950" b="0">
                <a:solidFill>
                  <a:srgbClr val="16242B"/>
                </a:solidFill>
                <a:latin typeface="Arial"/>
                <a:ea typeface="Arial"/>
                <a:cs typeface="Arial"/>
              </a:defRPr>
            </a:lvl8pPr>
            <a:lvl9pPr algn="l">
              <a:defRPr sz="1950" b="0">
                <a:solidFill>
                  <a:srgbClr val="16242B"/>
                </a:solidFill>
                <a:latin typeface="Arial"/>
                <a:ea typeface="Arial"/>
                <a:cs typeface="Arial"/>
              </a:defRPr>
            </a:lvl9pPr>
          </a:lstStyle>
          <a:p xmlns:a="http://schemas.openxmlformats.org/drawingml/2006/main">
            <a:pPr algn="l">
              <a:defRPr sz="1950" b="0">
                <a:solidFill>
                  <a:srgbClr val="16242B"/>
                </a:solidFill>
                <a:latin typeface="Arial"/>
                <a:ea typeface="Arial"/>
                <a:cs typeface="Arial"/>
              </a:defRPr>
            </a:pPr>
            <a:r>
              <a:rPr sz="1950" b="0">
                <a:solidFill>
                  <a:srgbClr val="16242B"/>
                </a:solidFill>
                <a:latin typeface="Arial"/>
                <a:ea typeface="Arial"/>
                <a:cs typeface="Arial"/>
              </a:rPr>
              <a:t>Native timeline + media</a:t>
            </a:r>
          </a:p>
        </p:txBody>
      </p:sp>
      <p:sp>
        <p:nvSpPr>
          <p:cNvPr id="7" name="tool-rule-0">
            <a:extLst xmlns:a="http://schemas.openxmlformats.org/drawingml/2006/main">
              <a:ext uri="{FF2B5EF4-FFF2-40B4-BE49-F238E27FC236}">
                <a16:creationId xmlns:a16="http://schemas.microsoft.com/office/drawing/2014/main" id="{906B1490-B761-4CBF-A75A-75F41207F2F3}"/>
              </a:ext>
            </a:extLst>
          </p:cNvPr>
          <p:cNvSpPr>
            <a:spLocks xmlns:a="http://schemas.openxmlformats.org/drawingml/2006/main" noGrp="1"/>
          </p:cNvSpPr>
          <p:nvPr/>
        </p:nvSpPr>
        <p:spPr>
          <a:xfrm xmlns:a="http://schemas.openxmlformats.org/drawingml/2006/main">
            <a:off x="666750" y="3124200"/>
            <a:ext cx="10610850" cy="0"/>
          </a:xfrm>
          <a:prstGeom xmlns:a="http://schemas.openxmlformats.org/drawingml/2006/main" prst="line">
            <a:avLst/>
          </a:prstGeom>
          <a:noFill xmlns:a="http://schemas.openxmlformats.org/drawingml/2006/main"/>
          <a:ln xmlns:a="http://schemas.openxmlformats.org/drawingml/2006/main" w="14288">
            <a:solidFill>
              <a:srgbClr val="A8BAC5"/>
            </a:solidFill>
            <a:prstDash val="solid"/>
          </a:ln>
        </p:spPr>
      </p:sp>
      <p:sp>
        <p:nvSpPr>
          <p:cNvPr id="8" name="route-1">
            <a:extLst xmlns:a="http://schemas.openxmlformats.org/drawingml/2006/main">
              <a:ext uri="{FF2B5EF4-FFF2-40B4-BE49-F238E27FC236}">
                <a16:creationId xmlns:a16="http://schemas.microsoft.com/office/drawing/2014/main" id="{67501451-6978-493E-AD7D-416C14F52A3D}"/>
              </a:ext>
            </a:extLst>
          </p:cNvPr>
          <p:cNvSpPr>
            <a:spLocks xmlns:a="http://schemas.openxmlformats.org/drawingml/2006/main" noGrp="1"/>
          </p:cNvSpPr>
          <p:nvPr/>
        </p:nvSpPr>
        <p:spPr>
          <a:xfrm xmlns:a="http://schemas.openxmlformats.org/drawingml/2006/main">
            <a:off x="666750" y="33528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175" b="1">
                <a:solidFill>
                  <a:srgbClr val="006F70"/>
                </a:solidFill>
                <a:latin typeface="Arial"/>
                <a:ea typeface="Arial"/>
                <a:cs typeface="Arial"/>
              </a:defRPr>
            </a:defPPr>
            <a:lvl1pPr algn="l">
              <a:defRPr sz="2175" b="1">
                <a:solidFill>
                  <a:srgbClr val="006F70"/>
                </a:solidFill>
                <a:latin typeface="Arial"/>
                <a:ea typeface="Arial"/>
                <a:cs typeface="Arial"/>
              </a:defRPr>
            </a:lvl1pPr>
            <a:lvl2pPr algn="l">
              <a:defRPr sz="2175" b="1">
                <a:solidFill>
                  <a:srgbClr val="006F70"/>
                </a:solidFill>
                <a:latin typeface="Arial"/>
                <a:ea typeface="Arial"/>
                <a:cs typeface="Arial"/>
              </a:defRPr>
            </a:lvl2pPr>
            <a:lvl3pPr algn="l">
              <a:defRPr sz="2175" b="1">
                <a:solidFill>
                  <a:srgbClr val="006F70"/>
                </a:solidFill>
                <a:latin typeface="Arial"/>
                <a:ea typeface="Arial"/>
                <a:cs typeface="Arial"/>
              </a:defRPr>
            </a:lvl3pPr>
            <a:lvl4pPr algn="l">
              <a:defRPr sz="2175" b="1">
                <a:solidFill>
                  <a:srgbClr val="006F70"/>
                </a:solidFill>
                <a:latin typeface="Arial"/>
                <a:ea typeface="Arial"/>
                <a:cs typeface="Arial"/>
              </a:defRPr>
            </a:lvl4pPr>
            <a:lvl5pPr algn="l">
              <a:defRPr sz="2175" b="1">
                <a:solidFill>
                  <a:srgbClr val="006F70"/>
                </a:solidFill>
                <a:latin typeface="Arial"/>
                <a:ea typeface="Arial"/>
                <a:cs typeface="Arial"/>
              </a:defRPr>
            </a:lvl5pPr>
            <a:lvl6pPr algn="l">
              <a:defRPr sz="2175" b="1">
                <a:solidFill>
                  <a:srgbClr val="006F70"/>
                </a:solidFill>
                <a:latin typeface="Arial"/>
                <a:ea typeface="Arial"/>
                <a:cs typeface="Arial"/>
              </a:defRPr>
            </a:lvl6pPr>
            <a:lvl7pPr algn="l">
              <a:defRPr sz="2175" b="1">
                <a:solidFill>
                  <a:srgbClr val="006F70"/>
                </a:solidFill>
                <a:latin typeface="Arial"/>
                <a:ea typeface="Arial"/>
                <a:cs typeface="Arial"/>
              </a:defRPr>
            </a:lvl7pPr>
            <a:lvl8pPr algn="l">
              <a:defRPr sz="2175" b="1">
                <a:solidFill>
                  <a:srgbClr val="006F70"/>
                </a:solidFill>
                <a:latin typeface="Arial"/>
                <a:ea typeface="Arial"/>
                <a:cs typeface="Arial"/>
              </a:defRPr>
            </a:lvl8pPr>
            <a:lvl9pPr algn="l">
              <a:defRPr sz="2175" b="1">
                <a:solidFill>
                  <a:srgbClr val="006F70"/>
                </a:solidFill>
                <a:latin typeface="Arial"/>
                <a:ea typeface="Arial"/>
                <a:cs typeface="Arial"/>
              </a:defRPr>
            </a:lvl9pPr>
          </a:lstStyle>
          <a:p xmlns:a="http://schemas.openxmlformats.org/drawingml/2006/main">
            <a:pPr algn="l">
              <a:defRPr sz="2175" b="1">
                <a:solidFill>
                  <a:srgbClr val="006F70"/>
                </a:solidFill>
                <a:latin typeface="Arial"/>
                <a:ea typeface="Arial"/>
                <a:cs typeface="Arial"/>
              </a:defRPr>
            </a:pPr>
            <a:r>
              <a:rPr sz="2175" b="1">
                <a:solidFill>
                  <a:srgbClr val="006F70"/>
                </a:solidFill>
                <a:latin typeface="Arial"/>
                <a:ea typeface="Arial"/>
                <a:cs typeface="Arial"/>
              </a:rPr>
              <a:t>2D / motion</a:t>
            </a:r>
          </a:p>
        </p:txBody>
      </p:sp>
      <p:sp>
        <p:nvSpPr>
          <p:cNvPr id="9" name="need-1">
            <a:extLst xmlns:a="http://schemas.openxmlformats.org/drawingml/2006/main">
              <a:ext uri="{FF2B5EF4-FFF2-40B4-BE49-F238E27FC236}">
                <a16:creationId xmlns:a16="http://schemas.microsoft.com/office/drawing/2014/main" id="{0B379E10-18A9-484A-8C70-38A4F211FC8C}"/>
              </a:ext>
            </a:extLst>
          </p:cNvPr>
          <p:cNvSpPr>
            <a:spLocks xmlns:a="http://schemas.openxmlformats.org/drawingml/2006/main" noGrp="1"/>
          </p:cNvSpPr>
          <p:nvPr/>
        </p:nvSpPr>
        <p:spPr>
          <a:xfrm xmlns:a="http://schemas.openxmlformats.org/drawingml/2006/main">
            <a:off x="3000375" y="3352800"/>
            <a:ext cx="4610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16242B"/>
                </a:solidFill>
                <a:latin typeface="Arial"/>
                <a:ea typeface="Arial"/>
                <a:cs typeface="Arial"/>
              </a:defRPr>
            </a:defPPr>
            <a:lvl1pPr algn="l">
              <a:defRPr sz="1950" b="0">
                <a:solidFill>
                  <a:srgbClr val="16242B"/>
                </a:solidFill>
                <a:latin typeface="Arial"/>
                <a:ea typeface="Arial"/>
                <a:cs typeface="Arial"/>
              </a:defRPr>
            </a:lvl1pPr>
            <a:lvl2pPr algn="l">
              <a:defRPr sz="1950" b="0">
                <a:solidFill>
                  <a:srgbClr val="16242B"/>
                </a:solidFill>
                <a:latin typeface="Arial"/>
                <a:ea typeface="Arial"/>
                <a:cs typeface="Arial"/>
              </a:defRPr>
            </a:lvl2pPr>
            <a:lvl3pPr algn="l">
              <a:defRPr sz="1950" b="0">
                <a:solidFill>
                  <a:srgbClr val="16242B"/>
                </a:solidFill>
                <a:latin typeface="Arial"/>
                <a:ea typeface="Arial"/>
                <a:cs typeface="Arial"/>
              </a:defRPr>
            </a:lvl3pPr>
            <a:lvl4pPr algn="l">
              <a:defRPr sz="1950" b="0">
                <a:solidFill>
                  <a:srgbClr val="16242B"/>
                </a:solidFill>
                <a:latin typeface="Arial"/>
                <a:ea typeface="Arial"/>
                <a:cs typeface="Arial"/>
              </a:defRPr>
            </a:lvl4pPr>
            <a:lvl5pPr algn="l">
              <a:defRPr sz="1950" b="0">
                <a:solidFill>
                  <a:srgbClr val="16242B"/>
                </a:solidFill>
                <a:latin typeface="Arial"/>
                <a:ea typeface="Arial"/>
                <a:cs typeface="Arial"/>
              </a:defRPr>
            </a:lvl5pPr>
            <a:lvl6pPr algn="l">
              <a:defRPr sz="1950" b="0">
                <a:solidFill>
                  <a:srgbClr val="16242B"/>
                </a:solidFill>
                <a:latin typeface="Arial"/>
                <a:ea typeface="Arial"/>
                <a:cs typeface="Arial"/>
              </a:defRPr>
            </a:lvl6pPr>
            <a:lvl7pPr algn="l">
              <a:defRPr sz="1950" b="0">
                <a:solidFill>
                  <a:srgbClr val="16242B"/>
                </a:solidFill>
                <a:latin typeface="Arial"/>
                <a:ea typeface="Arial"/>
                <a:cs typeface="Arial"/>
              </a:defRPr>
            </a:lvl7pPr>
            <a:lvl8pPr algn="l">
              <a:defRPr sz="1950" b="0">
                <a:solidFill>
                  <a:srgbClr val="16242B"/>
                </a:solidFill>
                <a:latin typeface="Arial"/>
                <a:ea typeface="Arial"/>
                <a:cs typeface="Arial"/>
              </a:defRPr>
            </a:lvl8pPr>
            <a:lvl9pPr algn="l">
              <a:defRPr sz="1950" b="0">
                <a:solidFill>
                  <a:srgbClr val="16242B"/>
                </a:solidFill>
                <a:latin typeface="Arial"/>
                <a:ea typeface="Arial"/>
                <a:cs typeface="Arial"/>
              </a:defRPr>
            </a:lvl9pPr>
          </a:lstStyle>
          <a:p xmlns:a="http://schemas.openxmlformats.org/drawingml/2006/main">
            <a:pPr algn="l">
              <a:defRPr sz="1950" b="0">
                <a:solidFill>
                  <a:srgbClr val="16242B"/>
                </a:solidFill>
                <a:latin typeface="Arial"/>
                <a:ea typeface="Arial"/>
                <a:cs typeface="Arial"/>
              </a:defRPr>
            </a:pPr>
            <a:r>
              <a:rPr sz="1950" b="0">
                <a:solidFill>
                  <a:srgbClr val="16242B"/>
                </a:solidFill>
                <a:latin typeface="Arial"/>
                <a:ea typeface="Arial"/>
                <a:cs typeface="Arial"/>
              </a:rPr>
              <a:t>Typography, UI, diagrams and loops</a:t>
            </a:r>
          </a:p>
        </p:txBody>
      </p:sp>
      <p:sp>
        <p:nvSpPr>
          <p:cNvPr id="10" name="handoff-1">
            <a:extLst xmlns:a="http://schemas.openxmlformats.org/drawingml/2006/main">
              <a:ext uri="{FF2B5EF4-FFF2-40B4-BE49-F238E27FC236}">
                <a16:creationId xmlns:a16="http://schemas.microsoft.com/office/drawing/2014/main" id="{98CC218F-DA42-44F5-A736-EEFA6D8B61CF}"/>
              </a:ext>
            </a:extLst>
          </p:cNvPr>
          <p:cNvSpPr>
            <a:spLocks xmlns:a="http://schemas.openxmlformats.org/drawingml/2006/main" noGrp="1"/>
          </p:cNvSpPr>
          <p:nvPr/>
        </p:nvSpPr>
        <p:spPr>
          <a:xfrm xmlns:a="http://schemas.openxmlformats.org/drawingml/2006/main">
            <a:off x="7953375" y="335280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16242B"/>
                </a:solidFill>
                <a:latin typeface="Arial"/>
                <a:ea typeface="Arial"/>
                <a:cs typeface="Arial"/>
              </a:defRPr>
            </a:defPPr>
            <a:lvl1pPr algn="l">
              <a:defRPr sz="1950" b="0">
                <a:solidFill>
                  <a:srgbClr val="16242B"/>
                </a:solidFill>
                <a:latin typeface="Arial"/>
                <a:ea typeface="Arial"/>
                <a:cs typeface="Arial"/>
              </a:defRPr>
            </a:lvl1pPr>
            <a:lvl2pPr algn="l">
              <a:defRPr sz="1950" b="0">
                <a:solidFill>
                  <a:srgbClr val="16242B"/>
                </a:solidFill>
                <a:latin typeface="Arial"/>
                <a:ea typeface="Arial"/>
                <a:cs typeface="Arial"/>
              </a:defRPr>
            </a:lvl2pPr>
            <a:lvl3pPr algn="l">
              <a:defRPr sz="1950" b="0">
                <a:solidFill>
                  <a:srgbClr val="16242B"/>
                </a:solidFill>
                <a:latin typeface="Arial"/>
                <a:ea typeface="Arial"/>
                <a:cs typeface="Arial"/>
              </a:defRPr>
            </a:lvl3pPr>
            <a:lvl4pPr algn="l">
              <a:defRPr sz="1950" b="0">
                <a:solidFill>
                  <a:srgbClr val="16242B"/>
                </a:solidFill>
                <a:latin typeface="Arial"/>
                <a:ea typeface="Arial"/>
                <a:cs typeface="Arial"/>
              </a:defRPr>
            </a:lvl4pPr>
            <a:lvl5pPr algn="l">
              <a:defRPr sz="1950" b="0">
                <a:solidFill>
                  <a:srgbClr val="16242B"/>
                </a:solidFill>
                <a:latin typeface="Arial"/>
                <a:ea typeface="Arial"/>
                <a:cs typeface="Arial"/>
              </a:defRPr>
            </a:lvl5pPr>
            <a:lvl6pPr algn="l">
              <a:defRPr sz="1950" b="0">
                <a:solidFill>
                  <a:srgbClr val="16242B"/>
                </a:solidFill>
                <a:latin typeface="Arial"/>
                <a:ea typeface="Arial"/>
                <a:cs typeface="Arial"/>
              </a:defRPr>
            </a:lvl6pPr>
            <a:lvl7pPr algn="l">
              <a:defRPr sz="1950" b="0">
                <a:solidFill>
                  <a:srgbClr val="16242B"/>
                </a:solidFill>
                <a:latin typeface="Arial"/>
                <a:ea typeface="Arial"/>
                <a:cs typeface="Arial"/>
              </a:defRPr>
            </a:lvl7pPr>
            <a:lvl8pPr algn="l">
              <a:defRPr sz="1950" b="0">
                <a:solidFill>
                  <a:srgbClr val="16242B"/>
                </a:solidFill>
                <a:latin typeface="Arial"/>
                <a:ea typeface="Arial"/>
                <a:cs typeface="Arial"/>
              </a:defRPr>
            </a:lvl8pPr>
            <a:lvl9pPr algn="l">
              <a:defRPr sz="1950" b="0">
                <a:solidFill>
                  <a:srgbClr val="16242B"/>
                </a:solidFill>
                <a:latin typeface="Arial"/>
                <a:ea typeface="Arial"/>
                <a:cs typeface="Arial"/>
              </a:defRPr>
            </a:lvl9pPr>
          </a:lstStyle>
          <a:p xmlns:a="http://schemas.openxmlformats.org/drawingml/2006/main">
            <a:pPr algn="l">
              <a:defRPr sz="1950" b="0">
                <a:solidFill>
                  <a:srgbClr val="16242B"/>
                </a:solidFill>
                <a:latin typeface="Arial"/>
                <a:ea typeface="Arial"/>
                <a:cs typeface="Arial"/>
              </a:defRPr>
            </a:pPr>
            <a:r>
              <a:rPr sz="1950" b="0">
                <a:solidFill>
                  <a:srgbClr val="16242B"/>
                </a:solidFill>
                <a:latin typeface="Arial"/>
                <a:ea typeface="Arial"/>
                <a:cs typeface="Arial"/>
              </a:rPr>
              <a:t>Source + assets + timing</a:t>
            </a:r>
          </a:p>
        </p:txBody>
      </p:sp>
      <p:sp>
        <p:nvSpPr>
          <p:cNvPr id="11" name="tool-rule-1">
            <a:extLst xmlns:a="http://schemas.openxmlformats.org/drawingml/2006/main">
              <a:ext uri="{FF2B5EF4-FFF2-40B4-BE49-F238E27FC236}">
                <a16:creationId xmlns:a16="http://schemas.microsoft.com/office/drawing/2014/main" id="{255C0D3D-32CD-4AB5-A0F7-7931B7E9CEDD}"/>
              </a:ext>
            </a:extLst>
          </p:cNvPr>
          <p:cNvSpPr>
            <a:spLocks xmlns:a="http://schemas.openxmlformats.org/drawingml/2006/main" noGrp="1"/>
          </p:cNvSpPr>
          <p:nvPr/>
        </p:nvSpPr>
        <p:spPr>
          <a:xfrm xmlns:a="http://schemas.openxmlformats.org/drawingml/2006/main">
            <a:off x="666750" y="4191000"/>
            <a:ext cx="10610850" cy="0"/>
          </a:xfrm>
          <a:prstGeom xmlns:a="http://schemas.openxmlformats.org/drawingml/2006/main" prst="line">
            <a:avLst/>
          </a:prstGeom>
          <a:noFill xmlns:a="http://schemas.openxmlformats.org/drawingml/2006/main"/>
          <a:ln xmlns:a="http://schemas.openxmlformats.org/drawingml/2006/main" w="14288">
            <a:solidFill>
              <a:srgbClr val="A8BAC5"/>
            </a:solidFill>
            <a:prstDash val="solid"/>
          </a:ln>
        </p:spPr>
      </p:sp>
      <p:sp>
        <p:nvSpPr>
          <p:cNvPr id="12" name="route-2">
            <a:extLst xmlns:a="http://schemas.openxmlformats.org/drawingml/2006/main">
              <a:ext uri="{FF2B5EF4-FFF2-40B4-BE49-F238E27FC236}">
                <a16:creationId xmlns:a16="http://schemas.microsoft.com/office/drawing/2014/main" id="{D69AD74C-B72D-4D99-97B3-C2531BE9E2C5}"/>
              </a:ext>
            </a:extLst>
          </p:cNvPr>
          <p:cNvSpPr>
            <a:spLocks xmlns:a="http://schemas.openxmlformats.org/drawingml/2006/main" noGrp="1"/>
          </p:cNvSpPr>
          <p:nvPr/>
        </p:nvSpPr>
        <p:spPr>
          <a:xfrm xmlns:a="http://schemas.openxmlformats.org/drawingml/2006/main">
            <a:off x="666750" y="44196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175" b="1">
                <a:solidFill>
                  <a:srgbClr val="006F70"/>
                </a:solidFill>
                <a:latin typeface="Arial"/>
                <a:ea typeface="Arial"/>
                <a:cs typeface="Arial"/>
              </a:defRPr>
            </a:defPPr>
            <a:lvl1pPr algn="l">
              <a:defRPr sz="2175" b="1">
                <a:solidFill>
                  <a:srgbClr val="006F70"/>
                </a:solidFill>
                <a:latin typeface="Arial"/>
                <a:ea typeface="Arial"/>
                <a:cs typeface="Arial"/>
              </a:defRPr>
            </a:lvl1pPr>
            <a:lvl2pPr algn="l">
              <a:defRPr sz="2175" b="1">
                <a:solidFill>
                  <a:srgbClr val="006F70"/>
                </a:solidFill>
                <a:latin typeface="Arial"/>
                <a:ea typeface="Arial"/>
                <a:cs typeface="Arial"/>
              </a:defRPr>
            </a:lvl2pPr>
            <a:lvl3pPr algn="l">
              <a:defRPr sz="2175" b="1">
                <a:solidFill>
                  <a:srgbClr val="006F70"/>
                </a:solidFill>
                <a:latin typeface="Arial"/>
                <a:ea typeface="Arial"/>
                <a:cs typeface="Arial"/>
              </a:defRPr>
            </a:lvl3pPr>
            <a:lvl4pPr algn="l">
              <a:defRPr sz="2175" b="1">
                <a:solidFill>
                  <a:srgbClr val="006F70"/>
                </a:solidFill>
                <a:latin typeface="Arial"/>
                <a:ea typeface="Arial"/>
                <a:cs typeface="Arial"/>
              </a:defRPr>
            </a:lvl4pPr>
            <a:lvl5pPr algn="l">
              <a:defRPr sz="2175" b="1">
                <a:solidFill>
                  <a:srgbClr val="006F70"/>
                </a:solidFill>
                <a:latin typeface="Arial"/>
                <a:ea typeface="Arial"/>
                <a:cs typeface="Arial"/>
              </a:defRPr>
            </a:lvl5pPr>
            <a:lvl6pPr algn="l">
              <a:defRPr sz="2175" b="1">
                <a:solidFill>
                  <a:srgbClr val="006F70"/>
                </a:solidFill>
                <a:latin typeface="Arial"/>
                <a:ea typeface="Arial"/>
                <a:cs typeface="Arial"/>
              </a:defRPr>
            </a:lvl6pPr>
            <a:lvl7pPr algn="l">
              <a:defRPr sz="2175" b="1">
                <a:solidFill>
                  <a:srgbClr val="006F70"/>
                </a:solidFill>
                <a:latin typeface="Arial"/>
                <a:ea typeface="Arial"/>
                <a:cs typeface="Arial"/>
              </a:defRPr>
            </a:lvl7pPr>
            <a:lvl8pPr algn="l">
              <a:defRPr sz="2175" b="1">
                <a:solidFill>
                  <a:srgbClr val="006F70"/>
                </a:solidFill>
                <a:latin typeface="Arial"/>
                <a:ea typeface="Arial"/>
                <a:cs typeface="Arial"/>
              </a:defRPr>
            </a:lvl8pPr>
            <a:lvl9pPr algn="l">
              <a:defRPr sz="2175" b="1">
                <a:solidFill>
                  <a:srgbClr val="006F70"/>
                </a:solidFill>
                <a:latin typeface="Arial"/>
                <a:ea typeface="Arial"/>
                <a:cs typeface="Arial"/>
              </a:defRPr>
            </a:lvl9pPr>
          </a:lstStyle>
          <a:p xmlns:a="http://schemas.openxmlformats.org/drawingml/2006/main">
            <a:pPr algn="l">
              <a:defRPr sz="2175" b="1">
                <a:solidFill>
                  <a:srgbClr val="006F70"/>
                </a:solidFill>
                <a:latin typeface="Arial"/>
                <a:ea typeface="Arial"/>
                <a:cs typeface="Arial"/>
              </a:defRPr>
            </a:pPr>
            <a:r>
              <a:rPr sz="2175" b="1">
                <a:solidFill>
                  <a:srgbClr val="006F70"/>
                </a:solidFill>
                <a:latin typeface="Arial"/>
                <a:ea typeface="Arial"/>
                <a:cs typeface="Arial"/>
              </a:rPr>
              <a:t>3D / technical</a:t>
            </a:r>
          </a:p>
        </p:txBody>
      </p:sp>
      <p:sp>
        <p:nvSpPr>
          <p:cNvPr id="13" name="need-2">
            <a:extLst xmlns:a="http://schemas.openxmlformats.org/drawingml/2006/main">
              <a:ext uri="{FF2B5EF4-FFF2-40B4-BE49-F238E27FC236}">
                <a16:creationId xmlns:a16="http://schemas.microsoft.com/office/drawing/2014/main" id="{F9628AD6-1E1D-4DBA-A494-62EA9DDC3C80}"/>
              </a:ext>
            </a:extLst>
          </p:cNvPr>
          <p:cNvSpPr>
            <a:spLocks xmlns:a="http://schemas.openxmlformats.org/drawingml/2006/main" noGrp="1"/>
          </p:cNvSpPr>
          <p:nvPr/>
        </p:nvSpPr>
        <p:spPr>
          <a:xfrm xmlns:a="http://schemas.openxmlformats.org/drawingml/2006/main">
            <a:off x="3000375" y="4419600"/>
            <a:ext cx="4610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16242B"/>
                </a:solidFill>
                <a:latin typeface="Arial"/>
                <a:ea typeface="Arial"/>
                <a:cs typeface="Arial"/>
              </a:defRPr>
            </a:defPPr>
            <a:lvl1pPr algn="l">
              <a:defRPr sz="1950" b="0">
                <a:solidFill>
                  <a:srgbClr val="16242B"/>
                </a:solidFill>
                <a:latin typeface="Arial"/>
                <a:ea typeface="Arial"/>
                <a:cs typeface="Arial"/>
              </a:defRPr>
            </a:lvl1pPr>
            <a:lvl2pPr algn="l">
              <a:defRPr sz="1950" b="0">
                <a:solidFill>
                  <a:srgbClr val="16242B"/>
                </a:solidFill>
                <a:latin typeface="Arial"/>
                <a:ea typeface="Arial"/>
                <a:cs typeface="Arial"/>
              </a:defRPr>
            </a:lvl2pPr>
            <a:lvl3pPr algn="l">
              <a:defRPr sz="1950" b="0">
                <a:solidFill>
                  <a:srgbClr val="16242B"/>
                </a:solidFill>
                <a:latin typeface="Arial"/>
                <a:ea typeface="Arial"/>
                <a:cs typeface="Arial"/>
              </a:defRPr>
            </a:lvl3pPr>
            <a:lvl4pPr algn="l">
              <a:defRPr sz="1950" b="0">
                <a:solidFill>
                  <a:srgbClr val="16242B"/>
                </a:solidFill>
                <a:latin typeface="Arial"/>
                <a:ea typeface="Arial"/>
                <a:cs typeface="Arial"/>
              </a:defRPr>
            </a:lvl4pPr>
            <a:lvl5pPr algn="l">
              <a:defRPr sz="1950" b="0">
                <a:solidFill>
                  <a:srgbClr val="16242B"/>
                </a:solidFill>
                <a:latin typeface="Arial"/>
                <a:ea typeface="Arial"/>
                <a:cs typeface="Arial"/>
              </a:defRPr>
            </a:lvl5pPr>
            <a:lvl6pPr algn="l">
              <a:defRPr sz="1950" b="0">
                <a:solidFill>
                  <a:srgbClr val="16242B"/>
                </a:solidFill>
                <a:latin typeface="Arial"/>
                <a:ea typeface="Arial"/>
                <a:cs typeface="Arial"/>
              </a:defRPr>
            </a:lvl6pPr>
            <a:lvl7pPr algn="l">
              <a:defRPr sz="1950" b="0">
                <a:solidFill>
                  <a:srgbClr val="16242B"/>
                </a:solidFill>
                <a:latin typeface="Arial"/>
                <a:ea typeface="Arial"/>
                <a:cs typeface="Arial"/>
              </a:defRPr>
            </a:lvl7pPr>
            <a:lvl8pPr algn="l">
              <a:defRPr sz="1950" b="0">
                <a:solidFill>
                  <a:srgbClr val="16242B"/>
                </a:solidFill>
                <a:latin typeface="Arial"/>
                <a:ea typeface="Arial"/>
                <a:cs typeface="Arial"/>
              </a:defRPr>
            </a:lvl8pPr>
            <a:lvl9pPr algn="l">
              <a:defRPr sz="1950" b="0">
                <a:solidFill>
                  <a:srgbClr val="16242B"/>
                </a:solidFill>
                <a:latin typeface="Arial"/>
                <a:ea typeface="Arial"/>
                <a:cs typeface="Arial"/>
              </a:defRPr>
            </a:lvl9pPr>
          </a:lstStyle>
          <a:p xmlns:a="http://schemas.openxmlformats.org/drawingml/2006/main">
            <a:pPr algn="l">
              <a:defRPr sz="1950" b="0">
                <a:solidFill>
                  <a:srgbClr val="16242B"/>
                </a:solidFill>
                <a:latin typeface="Arial"/>
                <a:ea typeface="Arial"/>
                <a:cs typeface="Arial"/>
              </a:defRPr>
            </a:pPr>
            <a:r>
              <a:rPr sz="1950" b="0">
                <a:solidFill>
                  <a:srgbClr val="16242B"/>
                </a:solidFill>
                <a:latin typeface="Arial"/>
                <a:ea typeface="Arial"/>
                <a:cs typeface="Arial"/>
              </a:rPr>
              <a:t>Geometry, camera, lighting and simulation</a:t>
            </a:r>
          </a:p>
        </p:txBody>
      </p:sp>
      <p:sp>
        <p:nvSpPr>
          <p:cNvPr id="14" name="handoff-2">
            <a:extLst xmlns:a="http://schemas.openxmlformats.org/drawingml/2006/main">
              <a:ext uri="{FF2B5EF4-FFF2-40B4-BE49-F238E27FC236}">
                <a16:creationId xmlns:a16="http://schemas.microsoft.com/office/drawing/2014/main" id="{914643D0-1704-40BD-9D0C-AD254C456A98}"/>
              </a:ext>
            </a:extLst>
          </p:cNvPr>
          <p:cNvSpPr>
            <a:spLocks xmlns:a="http://schemas.openxmlformats.org/drawingml/2006/main" noGrp="1"/>
          </p:cNvSpPr>
          <p:nvPr/>
        </p:nvSpPr>
        <p:spPr>
          <a:xfrm xmlns:a="http://schemas.openxmlformats.org/drawingml/2006/main">
            <a:off x="7953375" y="441960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16242B"/>
                </a:solidFill>
                <a:latin typeface="Arial"/>
                <a:ea typeface="Arial"/>
                <a:cs typeface="Arial"/>
              </a:defRPr>
            </a:defPPr>
            <a:lvl1pPr algn="l">
              <a:defRPr sz="1950" b="0">
                <a:solidFill>
                  <a:srgbClr val="16242B"/>
                </a:solidFill>
                <a:latin typeface="Arial"/>
                <a:ea typeface="Arial"/>
                <a:cs typeface="Arial"/>
              </a:defRPr>
            </a:lvl1pPr>
            <a:lvl2pPr algn="l">
              <a:defRPr sz="1950" b="0">
                <a:solidFill>
                  <a:srgbClr val="16242B"/>
                </a:solidFill>
                <a:latin typeface="Arial"/>
                <a:ea typeface="Arial"/>
                <a:cs typeface="Arial"/>
              </a:defRPr>
            </a:lvl2pPr>
            <a:lvl3pPr algn="l">
              <a:defRPr sz="1950" b="0">
                <a:solidFill>
                  <a:srgbClr val="16242B"/>
                </a:solidFill>
                <a:latin typeface="Arial"/>
                <a:ea typeface="Arial"/>
                <a:cs typeface="Arial"/>
              </a:defRPr>
            </a:lvl3pPr>
            <a:lvl4pPr algn="l">
              <a:defRPr sz="1950" b="0">
                <a:solidFill>
                  <a:srgbClr val="16242B"/>
                </a:solidFill>
                <a:latin typeface="Arial"/>
                <a:ea typeface="Arial"/>
                <a:cs typeface="Arial"/>
              </a:defRPr>
            </a:lvl4pPr>
            <a:lvl5pPr algn="l">
              <a:defRPr sz="1950" b="0">
                <a:solidFill>
                  <a:srgbClr val="16242B"/>
                </a:solidFill>
                <a:latin typeface="Arial"/>
                <a:ea typeface="Arial"/>
                <a:cs typeface="Arial"/>
              </a:defRPr>
            </a:lvl5pPr>
            <a:lvl6pPr algn="l">
              <a:defRPr sz="1950" b="0">
                <a:solidFill>
                  <a:srgbClr val="16242B"/>
                </a:solidFill>
                <a:latin typeface="Arial"/>
                <a:ea typeface="Arial"/>
                <a:cs typeface="Arial"/>
              </a:defRPr>
            </a:lvl6pPr>
            <a:lvl7pPr algn="l">
              <a:defRPr sz="1950" b="0">
                <a:solidFill>
                  <a:srgbClr val="16242B"/>
                </a:solidFill>
                <a:latin typeface="Arial"/>
                <a:ea typeface="Arial"/>
                <a:cs typeface="Arial"/>
              </a:defRPr>
            </a:lvl7pPr>
            <a:lvl8pPr algn="l">
              <a:defRPr sz="1950" b="0">
                <a:solidFill>
                  <a:srgbClr val="16242B"/>
                </a:solidFill>
                <a:latin typeface="Arial"/>
                <a:ea typeface="Arial"/>
                <a:cs typeface="Arial"/>
              </a:defRPr>
            </a:lvl8pPr>
            <a:lvl9pPr algn="l">
              <a:defRPr sz="1950" b="0">
                <a:solidFill>
                  <a:srgbClr val="16242B"/>
                </a:solidFill>
                <a:latin typeface="Arial"/>
                <a:ea typeface="Arial"/>
                <a:cs typeface="Arial"/>
              </a:defRPr>
            </a:lvl9pPr>
          </a:lstStyle>
          <a:p xmlns:a="http://schemas.openxmlformats.org/drawingml/2006/main">
            <a:pPr algn="l">
              <a:defRPr sz="1950" b="0">
                <a:solidFill>
                  <a:srgbClr val="16242B"/>
                </a:solidFill>
                <a:latin typeface="Arial"/>
                <a:ea typeface="Arial"/>
                <a:cs typeface="Arial"/>
              </a:defRPr>
            </a:pPr>
            <a:r>
              <a:rPr sz="1950" b="0">
                <a:solidFill>
                  <a:srgbClr val="16242B"/>
                </a:solidFill>
                <a:latin typeface="Arial"/>
                <a:ea typeface="Arial"/>
                <a:cs typeface="Arial"/>
              </a:rPr>
              <a:t>Scene + caches + dependencies</a:t>
            </a:r>
          </a:p>
        </p:txBody>
      </p:sp>
      <p:sp>
        <p:nvSpPr>
          <p:cNvPr id="15" name="tool-rule-2">
            <a:extLst xmlns:a="http://schemas.openxmlformats.org/drawingml/2006/main">
              <a:ext uri="{FF2B5EF4-FFF2-40B4-BE49-F238E27FC236}">
                <a16:creationId xmlns:a16="http://schemas.microsoft.com/office/drawing/2014/main" id="{C9DAEB26-0634-46D2-9D37-57C53CC68211}"/>
              </a:ext>
            </a:extLst>
          </p:cNvPr>
          <p:cNvSpPr>
            <a:spLocks xmlns:a="http://schemas.openxmlformats.org/drawingml/2006/main" noGrp="1"/>
          </p:cNvSpPr>
          <p:nvPr/>
        </p:nvSpPr>
        <p:spPr>
          <a:xfrm xmlns:a="http://schemas.openxmlformats.org/drawingml/2006/main">
            <a:off x="666750" y="5257800"/>
            <a:ext cx="10610850" cy="0"/>
          </a:xfrm>
          <a:prstGeom xmlns:a="http://schemas.openxmlformats.org/drawingml/2006/main" prst="line">
            <a:avLst/>
          </a:prstGeom>
          <a:noFill xmlns:a="http://schemas.openxmlformats.org/drawingml/2006/main"/>
          <a:ln xmlns:a="http://schemas.openxmlformats.org/drawingml/2006/main" w="14288">
            <a:solidFill>
              <a:srgbClr val="A8BAC5"/>
            </a:solidFill>
            <a:prstDash val="solid"/>
          </a:ln>
        </p:spPr>
      </p:sp>
      <p:sp>
        <p:nvSpPr>
          <p:cNvPr id="16" name="tool-bottom">
            <a:extLst xmlns:a="http://schemas.openxmlformats.org/drawingml/2006/main">
              <a:ext uri="{FF2B5EF4-FFF2-40B4-BE49-F238E27FC236}">
                <a16:creationId xmlns:a16="http://schemas.microsoft.com/office/drawing/2014/main" id="{E9892E96-9C1E-4ABC-BC95-CF55FC1DC0A3}"/>
              </a:ext>
            </a:extLst>
          </p:cNvPr>
          <p:cNvSpPr>
            <a:spLocks xmlns:a="http://schemas.openxmlformats.org/drawingml/2006/main" noGrp="1"/>
          </p:cNvSpPr>
          <p:nvPr/>
        </p:nvSpPr>
        <p:spPr>
          <a:xfrm xmlns:a="http://schemas.openxmlformats.org/drawingml/2006/main">
            <a:off x="666750" y="5724525"/>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1">
                <a:solidFill>
                  <a:srgbClr val="16242B"/>
                </a:solidFill>
                <a:latin typeface="Arial"/>
                <a:ea typeface="Arial"/>
                <a:cs typeface="Arial"/>
              </a:defRPr>
            </a:defPPr>
            <a:lvl1pPr algn="l">
              <a:defRPr sz="2025" b="1">
                <a:solidFill>
                  <a:srgbClr val="16242B"/>
                </a:solidFill>
                <a:latin typeface="Arial"/>
                <a:ea typeface="Arial"/>
                <a:cs typeface="Arial"/>
              </a:defRPr>
            </a:lvl1pPr>
            <a:lvl2pPr algn="l">
              <a:defRPr sz="2025" b="1">
                <a:solidFill>
                  <a:srgbClr val="16242B"/>
                </a:solidFill>
                <a:latin typeface="Arial"/>
                <a:ea typeface="Arial"/>
                <a:cs typeface="Arial"/>
              </a:defRPr>
            </a:lvl2pPr>
            <a:lvl3pPr algn="l">
              <a:defRPr sz="2025" b="1">
                <a:solidFill>
                  <a:srgbClr val="16242B"/>
                </a:solidFill>
                <a:latin typeface="Arial"/>
                <a:ea typeface="Arial"/>
                <a:cs typeface="Arial"/>
              </a:defRPr>
            </a:lvl3pPr>
            <a:lvl4pPr algn="l">
              <a:defRPr sz="2025" b="1">
                <a:solidFill>
                  <a:srgbClr val="16242B"/>
                </a:solidFill>
                <a:latin typeface="Arial"/>
                <a:ea typeface="Arial"/>
                <a:cs typeface="Arial"/>
              </a:defRPr>
            </a:lvl4pPr>
            <a:lvl5pPr algn="l">
              <a:defRPr sz="2025" b="1">
                <a:solidFill>
                  <a:srgbClr val="16242B"/>
                </a:solidFill>
                <a:latin typeface="Arial"/>
                <a:ea typeface="Arial"/>
                <a:cs typeface="Arial"/>
              </a:defRPr>
            </a:lvl5pPr>
            <a:lvl6pPr algn="l">
              <a:defRPr sz="2025" b="1">
                <a:solidFill>
                  <a:srgbClr val="16242B"/>
                </a:solidFill>
                <a:latin typeface="Arial"/>
                <a:ea typeface="Arial"/>
                <a:cs typeface="Arial"/>
              </a:defRPr>
            </a:lvl6pPr>
            <a:lvl7pPr algn="l">
              <a:defRPr sz="2025" b="1">
                <a:solidFill>
                  <a:srgbClr val="16242B"/>
                </a:solidFill>
                <a:latin typeface="Arial"/>
                <a:ea typeface="Arial"/>
                <a:cs typeface="Arial"/>
              </a:defRPr>
            </a:lvl7pPr>
            <a:lvl8pPr algn="l">
              <a:defRPr sz="2025" b="1">
                <a:solidFill>
                  <a:srgbClr val="16242B"/>
                </a:solidFill>
                <a:latin typeface="Arial"/>
                <a:ea typeface="Arial"/>
                <a:cs typeface="Arial"/>
              </a:defRPr>
            </a:lvl8pPr>
            <a:lvl9pPr algn="l">
              <a:defRPr sz="2025" b="1">
                <a:solidFill>
                  <a:srgbClr val="16242B"/>
                </a:solidFill>
                <a:latin typeface="Arial"/>
                <a:ea typeface="Arial"/>
                <a:cs typeface="Arial"/>
              </a:defRPr>
            </a:lvl9pPr>
          </a:lstStyle>
          <a:p xmlns:a="http://schemas.openxmlformats.org/drawingml/2006/main">
            <a:pPr algn="l">
              <a:defRPr sz="2025" b="1">
                <a:solidFill>
                  <a:srgbClr val="16242B"/>
                </a:solidFill>
                <a:latin typeface="Arial"/>
                <a:ea typeface="Arial"/>
                <a:cs typeface="Arial"/>
              </a:defRPr>
            </a:pPr>
            <a:r>
              <a:rPr sz="2025" b="1">
                <a:solidFill>
                  <a:srgbClr val="16242B"/>
                </a:solidFill>
                <a:latin typeface="Arial"/>
                <a:ea typeface="Arial"/>
                <a:cs typeface="Arial"/>
              </a:rPr>
              <a:t>Open the actual receiver to verify the properties that must survive.</a:t>
            </a:r>
          </a:p>
        </p:txBody>
      </p:sp>
    </p:spTree>
    <p:extLst>
      <p:ext uri="{BB962C8B-B14F-4D97-AF65-F5344CB8AC3E}">
        <p14:creationId xmlns:p14="http://schemas.microsoft.com/office/powerpoint/2010/main" val="856010878"/>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30C4D61C-4BB0-43A0-A2B8-DCE02BB0E1D4}"/>
              </a:ext>
            </a:extLst>
          </p:cNvPr>
          <p:cNvSpPr>
            <a:spLocks xmlns:a="http://schemas.openxmlformats.org/drawingml/2006/main" noGrp="1"/>
          </p:cNvSpPr>
          <p:nvPr/>
        </p:nvSpPr>
        <p:spPr>
          <a:xfrm xmlns:a="http://schemas.openxmlformats.org/drawingml/2006/main">
            <a:off x="628650" y="447675"/>
            <a:ext cx="10934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450" b="1">
                <a:solidFill>
                  <a:srgbClr val="16242B"/>
                </a:solidFill>
                <a:latin typeface="Arial"/>
                <a:ea typeface="Arial"/>
                <a:cs typeface="Arial"/>
              </a:defRPr>
            </a:defPPr>
            <a:lvl1pPr algn="l">
              <a:defRPr sz="3450" b="1">
                <a:solidFill>
                  <a:srgbClr val="16242B"/>
                </a:solidFill>
                <a:latin typeface="Arial"/>
                <a:ea typeface="Arial"/>
                <a:cs typeface="Arial"/>
              </a:defRPr>
            </a:lvl1pPr>
            <a:lvl2pPr algn="l">
              <a:defRPr sz="3450" b="1">
                <a:solidFill>
                  <a:srgbClr val="16242B"/>
                </a:solidFill>
                <a:latin typeface="Arial"/>
                <a:ea typeface="Arial"/>
                <a:cs typeface="Arial"/>
              </a:defRPr>
            </a:lvl2pPr>
            <a:lvl3pPr algn="l">
              <a:defRPr sz="3450" b="1">
                <a:solidFill>
                  <a:srgbClr val="16242B"/>
                </a:solidFill>
                <a:latin typeface="Arial"/>
                <a:ea typeface="Arial"/>
                <a:cs typeface="Arial"/>
              </a:defRPr>
            </a:lvl3pPr>
            <a:lvl4pPr algn="l">
              <a:defRPr sz="3450" b="1">
                <a:solidFill>
                  <a:srgbClr val="16242B"/>
                </a:solidFill>
                <a:latin typeface="Arial"/>
                <a:ea typeface="Arial"/>
                <a:cs typeface="Arial"/>
              </a:defRPr>
            </a:lvl4pPr>
            <a:lvl5pPr algn="l">
              <a:defRPr sz="3450" b="1">
                <a:solidFill>
                  <a:srgbClr val="16242B"/>
                </a:solidFill>
                <a:latin typeface="Arial"/>
                <a:ea typeface="Arial"/>
                <a:cs typeface="Arial"/>
              </a:defRPr>
            </a:lvl5pPr>
            <a:lvl6pPr algn="l">
              <a:defRPr sz="3450" b="1">
                <a:solidFill>
                  <a:srgbClr val="16242B"/>
                </a:solidFill>
                <a:latin typeface="Arial"/>
                <a:ea typeface="Arial"/>
                <a:cs typeface="Arial"/>
              </a:defRPr>
            </a:lvl6pPr>
            <a:lvl7pPr algn="l">
              <a:defRPr sz="3450" b="1">
                <a:solidFill>
                  <a:srgbClr val="16242B"/>
                </a:solidFill>
                <a:latin typeface="Arial"/>
                <a:ea typeface="Arial"/>
                <a:cs typeface="Arial"/>
              </a:defRPr>
            </a:lvl7pPr>
            <a:lvl8pPr algn="l">
              <a:defRPr sz="3450" b="1">
                <a:solidFill>
                  <a:srgbClr val="16242B"/>
                </a:solidFill>
                <a:latin typeface="Arial"/>
                <a:ea typeface="Arial"/>
                <a:cs typeface="Arial"/>
              </a:defRPr>
            </a:lvl8pPr>
            <a:lvl9pPr algn="l">
              <a:defRPr sz="3450" b="1">
                <a:solidFill>
                  <a:srgbClr val="16242B"/>
                </a:solidFill>
                <a:latin typeface="Arial"/>
                <a:ea typeface="Arial"/>
                <a:cs typeface="Arial"/>
              </a:defRPr>
            </a:lvl9pPr>
          </a:lstStyle>
          <a:p xmlns:a="http://schemas.openxmlformats.org/drawingml/2006/main">
            <a:pPr algn="l">
              <a:defRPr sz="3450" b="1">
                <a:solidFill>
                  <a:srgbClr val="16242B"/>
                </a:solidFill>
                <a:latin typeface="Arial"/>
                <a:ea typeface="Arial"/>
                <a:cs typeface="Arial"/>
              </a:defRPr>
            </a:pPr>
            <a:r>
              <a:rPr sz="3450" b="1">
                <a:solidFill>
                  <a:srgbClr val="16242B"/>
                </a:solidFill>
                <a:latin typeface="Arial"/>
                <a:ea typeface="Arial"/>
                <a:cs typeface="Arial"/>
              </a:rPr>
              <a:t>Verification follows the risk</a:t>
            </a:r>
          </a:p>
        </p:txBody>
      </p:sp>
      <p:sp>
        <p:nvSpPr>
          <p:cNvPr id="2" name="page">
            <a:extLst xmlns:a="http://schemas.openxmlformats.org/drawingml/2006/main">
              <a:ext uri="{FF2B5EF4-FFF2-40B4-BE49-F238E27FC236}">
                <a16:creationId xmlns:a16="http://schemas.microsoft.com/office/drawing/2014/main" id="{2CCF1659-AB11-41C4-A754-43BFD954688B}"/>
              </a:ext>
            </a:extLst>
          </p:cNvPr>
          <p:cNvSpPr>
            <a:spLocks xmlns:a="http://schemas.openxmlformats.org/drawingml/2006/main" noGrp="1"/>
          </p:cNvSpPr>
          <p:nvPr/>
        </p:nvSpPr>
        <p:spPr>
          <a:xfrm xmlns:a="http://schemas.openxmlformats.org/drawingml/2006/main">
            <a:off x="11049000" y="61626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0">
                <a:solidFill>
                  <a:srgbClr val="526773"/>
                </a:solidFill>
                <a:latin typeface="Arial"/>
                <a:ea typeface="Arial"/>
                <a:cs typeface="Arial"/>
              </a:defRPr>
            </a:defPPr>
            <a:lvl1pPr algn="l">
              <a:defRPr sz="1275" b="0">
                <a:solidFill>
                  <a:srgbClr val="526773"/>
                </a:solidFill>
                <a:latin typeface="Arial"/>
                <a:ea typeface="Arial"/>
                <a:cs typeface="Arial"/>
              </a:defRPr>
            </a:lvl1pPr>
            <a:lvl2pPr algn="l">
              <a:defRPr sz="1275" b="0">
                <a:solidFill>
                  <a:srgbClr val="526773"/>
                </a:solidFill>
                <a:latin typeface="Arial"/>
                <a:ea typeface="Arial"/>
                <a:cs typeface="Arial"/>
              </a:defRPr>
            </a:lvl2pPr>
            <a:lvl3pPr algn="l">
              <a:defRPr sz="1275" b="0">
                <a:solidFill>
                  <a:srgbClr val="526773"/>
                </a:solidFill>
                <a:latin typeface="Arial"/>
                <a:ea typeface="Arial"/>
                <a:cs typeface="Arial"/>
              </a:defRPr>
            </a:lvl3pPr>
            <a:lvl4pPr algn="l">
              <a:defRPr sz="1275" b="0">
                <a:solidFill>
                  <a:srgbClr val="526773"/>
                </a:solidFill>
                <a:latin typeface="Arial"/>
                <a:ea typeface="Arial"/>
                <a:cs typeface="Arial"/>
              </a:defRPr>
            </a:lvl4pPr>
            <a:lvl5pPr algn="l">
              <a:defRPr sz="1275" b="0">
                <a:solidFill>
                  <a:srgbClr val="526773"/>
                </a:solidFill>
                <a:latin typeface="Arial"/>
                <a:ea typeface="Arial"/>
                <a:cs typeface="Arial"/>
              </a:defRPr>
            </a:lvl5pPr>
            <a:lvl6pPr algn="l">
              <a:defRPr sz="1275" b="0">
                <a:solidFill>
                  <a:srgbClr val="526773"/>
                </a:solidFill>
                <a:latin typeface="Arial"/>
                <a:ea typeface="Arial"/>
                <a:cs typeface="Arial"/>
              </a:defRPr>
            </a:lvl6pPr>
            <a:lvl7pPr algn="l">
              <a:defRPr sz="1275" b="0">
                <a:solidFill>
                  <a:srgbClr val="526773"/>
                </a:solidFill>
                <a:latin typeface="Arial"/>
                <a:ea typeface="Arial"/>
                <a:cs typeface="Arial"/>
              </a:defRPr>
            </a:lvl7pPr>
            <a:lvl8pPr algn="l">
              <a:defRPr sz="1275" b="0">
                <a:solidFill>
                  <a:srgbClr val="526773"/>
                </a:solidFill>
                <a:latin typeface="Arial"/>
                <a:ea typeface="Arial"/>
                <a:cs typeface="Arial"/>
              </a:defRPr>
            </a:lvl8pPr>
            <a:lvl9pPr algn="l">
              <a:defRPr sz="1275" b="0">
                <a:solidFill>
                  <a:srgbClr val="526773"/>
                </a:solidFill>
                <a:latin typeface="Arial"/>
                <a:ea typeface="Arial"/>
                <a:cs typeface="Arial"/>
              </a:defRPr>
            </a:lvl9pPr>
          </a:lstStyle>
          <a:p xmlns:a="http://schemas.openxmlformats.org/drawingml/2006/main">
            <a:pPr algn="l">
              <a:defRPr sz="1275" b="0">
                <a:solidFill>
                  <a:srgbClr val="526773"/>
                </a:solidFill>
                <a:latin typeface="Arial"/>
                <a:ea typeface="Arial"/>
                <a:cs typeface="Arial"/>
              </a:defRPr>
            </a:pPr>
            <a:r>
              <a:rPr sz="1275" b="0">
                <a:solidFill>
                  <a:srgbClr val="526773"/>
                </a:solidFill>
                <a:latin typeface="Arial"/>
                <a:ea typeface="Arial"/>
                <a:cs typeface="Arial"/>
              </a:rPr>
              <a:t>06</a:t>
            </a:r>
          </a:p>
        </p:txBody>
      </p:sp>
      <p:sp>
        <p:nvSpPr>
          <p:cNvPr id="3" name="qa-label-0">
            <a:extLst xmlns:a="http://schemas.openxmlformats.org/drawingml/2006/main">
              <a:ext uri="{FF2B5EF4-FFF2-40B4-BE49-F238E27FC236}">
                <a16:creationId xmlns:a16="http://schemas.microsoft.com/office/drawing/2014/main" id="{9CE352C9-1938-47E5-96A5-4B414017F598}"/>
              </a:ext>
            </a:extLst>
          </p:cNvPr>
          <p:cNvSpPr>
            <a:spLocks xmlns:a="http://schemas.openxmlformats.org/drawingml/2006/main" noGrp="1"/>
          </p:cNvSpPr>
          <p:nvPr/>
        </p:nvSpPr>
        <p:spPr>
          <a:xfrm xmlns:a="http://schemas.openxmlformats.org/drawingml/2006/main">
            <a:off x="666750" y="1476375"/>
            <a:ext cx="209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250" b="1">
                <a:solidFill>
                  <a:srgbClr val="006F70"/>
                </a:solidFill>
                <a:latin typeface="Arial"/>
                <a:ea typeface="Arial"/>
                <a:cs typeface="Arial"/>
              </a:defRPr>
            </a:defPPr>
            <a:lvl1pPr algn="l">
              <a:defRPr sz="2250" b="1">
                <a:solidFill>
                  <a:srgbClr val="006F70"/>
                </a:solidFill>
                <a:latin typeface="Arial"/>
                <a:ea typeface="Arial"/>
                <a:cs typeface="Arial"/>
              </a:defRPr>
            </a:lvl1pPr>
            <a:lvl2pPr algn="l">
              <a:defRPr sz="2250" b="1">
                <a:solidFill>
                  <a:srgbClr val="006F70"/>
                </a:solidFill>
                <a:latin typeface="Arial"/>
                <a:ea typeface="Arial"/>
                <a:cs typeface="Arial"/>
              </a:defRPr>
            </a:lvl2pPr>
            <a:lvl3pPr algn="l">
              <a:defRPr sz="2250" b="1">
                <a:solidFill>
                  <a:srgbClr val="006F70"/>
                </a:solidFill>
                <a:latin typeface="Arial"/>
                <a:ea typeface="Arial"/>
                <a:cs typeface="Arial"/>
              </a:defRPr>
            </a:lvl3pPr>
            <a:lvl4pPr algn="l">
              <a:defRPr sz="2250" b="1">
                <a:solidFill>
                  <a:srgbClr val="006F70"/>
                </a:solidFill>
                <a:latin typeface="Arial"/>
                <a:ea typeface="Arial"/>
                <a:cs typeface="Arial"/>
              </a:defRPr>
            </a:lvl4pPr>
            <a:lvl5pPr algn="l">
              <a:defRPr sz="2250" b="1">
                <a:solidFill>
                  <a:srgbClr val="006F70"/>
                </a:solidFill>
                <a:latin typeface="Arial"/>
                <a:ea typeface="Arial"/>
                <a:cs typeface="Arial"/>
              </a:defRPr>
            </a:lvl5pPr>
            <a:lvl6pPr algn="l">
              <a:defRPr sz="2250" b="1">
                <a:solidFill>
                  <a:srgbClr val="006F70"/>
                </a:solidFill>
                <a:latin typeface="Arial"/>
                <a:ea typeface="Arial"/>
                <a:cs typeface="Arial"/>
              </a:defRPr>
            </a:lvl6pPr>
            <a:lvl7pPr algn="l">
              <a:defRPr sz="2250" b="1">
                <a:solidFill>
                  <a:srgbClr val="006F70"/>
                </a:solidFill>
                <a:latin typeface="Arial"/>
                <a:ea typeface="Arial"/>
                <a:cs typeface="Arial"/>
              </a:defRPr>
            </a:lvl7pPr>
            <a:lvl8pPr algn="l">
              <a:defRPr sz="2250" b="1">
                <a:solidFill>
                  <a:srgbClr val="006F70"/>
                </a:solidFill>
                <a:latin typeface="Arial"/>
                <a:ea typeface="Arial"/>
                <a:cs typeface="Arial"/>
              </a:defRPr>
            </a:lvl8pPr>
            <a:lvl9pPr algn="l">
              <a:defRPr sz="2250" b="1">
                <a:solidFill>
                  <a:srgbClr val="006F70"/>
                </a:solidFill>
                <a:latin typeface="Arial"/>
                <a:ea typeface="Arial"/>
                <a:cs typeface="Arial"/>
              </a:defRPr>
            </a:lvl9pPr>
          </a:lstStyle>
          <a:p xmlns:a="http://schemas.openxmlformats.org/drawingml/2006/main">
            <a:pPr algn="l">
              <a:defRPr sz="2250" b="1">
                <a:solidFill>
                  <a:srgbClr val="006F70"/>
                </a:solidFill>
                <a:latin typeface="Arial"/>
                <a:ea typeface="Arial"/>
                <a:cs typeface="Arial"/>
              </a:defRPr>
            </a:pPr>
            <a:r>
              <a:rPr sz="2250" b="1">
                <a:solidFill>
                  <a:srgbClr val="006F70"/>
                </a:solidFill>
                <a:latin typeface="Arial"/>
                <a:ea typeface="Arial"/>
                <a:cs typeface="Arial"/>
              </a:rPr>
              <a:t>Meaning</a:t>
            </a:r>
          </a:p>
        </p:txBody>
      </p:sp>
      <p:sp>
        <p:nvSpPr>
          <p:cNvPr id="4" name="qa-body-0">
            <a:extLst xmlns:a="http://schemas.openxmlformats.org/drawingml/2006/main">
              <a:ext uri="{FF2B5EF4-FFF2-40B4-BE49-F238E27FC236}">
                <a16:creationId xmlns:a16="http://schemas.microsoft.com/office/drawing/2014/main" id="{B72404C9-E617-4A9C-AF71-FE3BF35E1272}"/>
              </a:ext>
            </a:extLst>
          </p:cNvPr>
          <p:cNvSpPr>
            <a:spLocks xmlns:a="http://schemas.openxmlformats.org/drawingml/2006/main" noGrp="1"/>
          </p:cNvSpPr>
          <p:nvPr/>
        </p:nvSpPr>
        <p:spPr>
          <a:xfrm xmlns:a="http://schemas.openxmlformats.org/drawingml/2006/main">
            <a:off x="3048000" y="1476375"/>
            <a:ext cx="82486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0">
                <a:solidFill>
                  <a:srgbClr val="16242B"/>
                </a:solidFill>
                <a:latin typeface="Arial"/>
                <a:ea typeface="Arial"/>
                <a:cs typeface="Arial"/>
              </a:defRPr>
            </a:defPPr>
            <a:lvl1pPr algn="l">
              <a:defRPr sz="2025" b="0">
                <a:solidFill>
                  <a:srgbClr val="16242B"/>
                </a:solidFill>
                <a:latin typeface="Arial"/>
                <a:ea typeface="Arial"/>
                <a:cs typeface="Arial"/>
              </a:defRPr>
            </a:lvl1pPr>
            <a:lvl2pPr algn="l">
              <a:defRPr sz="2025" b="0">
                <a:solidFill>
                  <a:srgbClr val="16242B"/>
                </a:solidFill>
                <a:latin typeface="Arial"/>
                <a:ea typeface="Arial"/>
                <a:cs typeface="Arial"/>
              </a:defRPr>
            </a:lvl2pPr>
            <a:lvl3pPr algn="l">
              <a:defRPr sz="2025" b="0">
                <a:solidFill>
                  <a:srgbClr val="16242B"/>
                </a:solidFill>
                <a:latin typeface="Arial"/>
                <a:ea typeface="Arial"/>
                <a:cs typeface="Arial"/>
              </a:defRPr>
            </a:lvl3pPr>
            <a:lvl4pPr algn="l">
              <a:defRPr sz="2025" b="0">
                <a:solidFill>
                  <a:srgbClr val="16242B"/>
                </a:solidFill>
                <a:latin typeface="Arial"/>
                <a:ea typeface="Arial"/>
                <a:cs typeface="Arial"/>
              </a:defRPr>
            </a:lvl4pPr>
            <a:lvl5pPr algn="l">
              <a:defRPr sz="2025" b="0">
                <a:solidFill>
                  <a:srgbClr val="16242B"/>
                </a:solidFill>
                <a:latin typeface="Arial"/>
                <a:ea typeface="Arial"/>
                <a:cs typeface="Arial"/>
              </a:defRPr>
            </a:lvl5pPr>
            <a:lvl6pPr algn="l">
              <a:defRPr sz="2025" b="0">
                <a:solidFill>
                  <a:srgbClr val="16242B"/>
                </a:solidFill>
                <a:latin typeface="Arial"/>
                <a:ea typeface="Arial"/>
                <a:cs typeface="Arial"/>
              </a:defRPr>
            </a:lvl6pPr>
            <a:lvl7pPr algn="l">
              <a:defRPr sz="2025" b="0">
                <a:solidFill>
                  <a:srgbClr val="16242B"/>
                </a:solidFill>
                <a:latin typeface="Arial"/>
                <a:ea typeface="Arial"/>
                <a:cs typeface="Arial"/>
              </a:defRPr>
            </a:lvl7pPr>
            <a:lvl8pPr algn="l">
              <a:defRPr sz="2025" b="0">
                <a:solidFill>
                  <a:srgbClr val="16242B"/>
                </a:solidFill>
                <a:latin typeface="Arial"/>
                <a:ea typeface="Arial"/>
                <a:cs typeface="Arial"/>
              </a:defRPr>
            </a:lvl8pPr>
            <a:lvl9pPr algn="l">
              <a:defRPr sz="2025" b="0">
                <a:solidFill>
                  <a:srgbClr val="16242B"/>
                </a:solidFill>
                <a:latin typeface="Arial"/>
                <a:ea typeface="Arial"/>
                <a:cs typeface="Arial"/>
              </a:defRPr>
            </a:lvl9pPr>
          </a:lstStyle>
          <a:p xmlns:a="http://schemas.openxmlformats.org/drawingml/2006/main">
            <a:pPr algn="l">
              <a:defRPr sz="2025" b="0">
                <a:solidFill>
                  <a:srgbClr val="16242B"/>
                </a:solidFill>
                <a:latin typeface="Arial"/>
                <a:ea typeface="Arial"/>
                <a:cs typeface="Arial"/>
              </a:defRPr>
            </a:pPr>
            <a:r>
              <a:rPr sz="2025" b="0">
                <a:solidFill>
                  <a:srgbClr val="16242B"/>
                </a:solidFill>
                <a:latin typeface="Arial"/>
                <a:ea typeface="Arial"/>
                <a:cs typeface="Arial"/>
              </a:rPr>
              <a:t>Normal-speed sequence review: action, focus, pacing and payoff.</a:t>
            </a:r>
          </a:p>
        </p:txBody>
      </p:sp>
      <p:sp>
        <p:nvSpPr>
          <p:cNvPr id="5" name="qa-rule-0">
            <a:extLst xmlns:a="http://schemas.openxmlformats.org/drawingml/2006/main">
              <a:ext uri="{FF2B5EF4-FFF2-40B4-BE49-F238E27FC236}">
                <a16:creationId xmlns:a16="http://schemas.microsoft.com/office/drawing/2014/main" id="{5C1B13CD-2B3B-46DB-97A3-E8EEDB9040C8}"/>
              </a:ext>
            </a:extLst>
          </p:cNvPr>
          <p:cNvSpPr>
            <a:spLocks xmlns:a="http://schemas.openxmlformats.org/drawingml/2006/main" noGrp="1"/>
          </p:cNvSpPr>
          <p:nvPr/>
        </p:nvSpPr>
        <p:spPr>
          <a:xfrm xmlns:a="http://schemas.openxmlformats.org/drawingml/2006/main">
            <a:off x="666750" y="2314575"/>
            <a:ext cx="10610850" cy="0"/>
          </a:xfrm>
          <a:prstGeom xmlns:a="http://schemas.openxmlformats.org/drawingml/2006/main" prst="line">
            <a:avLst/>
          </a:prstGeom>
          <a:noFill xmlns:a="http://schemas.openxmlformats.org/drawingml/2006/main"/>
          <a:ln xmlns:a="http://schemas.openxmlformats.org/drawingml/2006/main" w="14288">
            <a:solidFill>
              <a:srgbClr val="A8BAC5"/>
            </a:solidFill>
            <a:prstDash val="solid"/>
          </a:ln>
        </p:spPr>
      </p:sp>
      <p:sp>
        <p:nvSpPr>
          <p:cNvPr id="6" name="qa-label-1">
            <a:extLst xmlns:a="http://schemas.openxmlformats.org/drawingml/2006/main">
              <a:ext uri="{FF2B5EF4-FFF2-40B4-BE49-F238E27FC236}">
                <a16:creationId xmlns:a16="http://schemas.microsoft.com/office/drawing/2014/main" id="{B64043E9-B13A-4CE9-87AC-C9111EEC58A2}"/>
              </a:ext>
            </a:extLst>
          </p:cNvPr>
          <p:cNvSpPr>
            <a:spLocks xmlns:a="http://schemas.openxmlformats.org/drawingml/2006/main" noGrp="1"/>
          </p:cNvSpPr>
          <p:nvPr/>
        </p:nvSpPr>
        <p:spPr>
          <a:xfrm xmlns:a="http://schemas.openxmlformats.org/drawingml/2006/main">
            <a:off x="666750" y="2476500"/>
            <a:ext cx="209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250" b="1">
                <a:solidFill>
                  <a:srgbClr val="006F70"/>
                </a:solidFill>
                <a:latin typeface="Arial"/>
                <a:ea typeface="Arial"/>
                <a:cs typeface="Arial"/>
              </a:defRPr>
            </a:defPPr>
            <a:lvl1pPr algn="l">
              <a:defRPr sz="2250" b="1">
                <a:solidFill>
                  <a:srgbClr val="006F70"/>
                </a:solidFill>
                <a:latin typeface="Arial"/>
                <a:ea typeface="Arial"/>
                <a:cs typeface="Arial"/>
              </a:defRPr>
            </a:lvl1pPr>
            <a:lvl2pPr algn="l">
              <a:defRPr sz="2250" b="1">
                <a:solidFill>
                  <a:srgbClr val="006F70"/>
                </a:solidFill>
                <a:latin typeface="Arial"/>
                <a:ea typeface="Arial"/>
                <a:cs typeface="Arial"/>
              </a:defRPr>
            </a:lvl2pPr>
            <a:lvl3pPr algn="l">
              <a:defRPr sz="2250" b="1">
                <a:solidFill>
                  <a:srgbClr val="006F70"/>
                </a:solidFill>
                <a:latin typeface="Arial"/>
                <a:ea typeface="Arial"/>
                <a:cs typeface="Arial"/>
              </a:defRPr>
            </a:lvl3pPr>
            <a:lvl4pPr algn="l">
              <a:defRPr sz="2250" b="1">
                <a:solidFill>
                  <a:srgbClr val="006F70"/>
                </a:solidFill>
                <a:latin typeface="Arial"/>
                <a:ea typeface="Arial"/>
                <a:cs typeface="Arial"/>
              </a:defRPr>
            </a:lvl4pPr>
            <a:lvl5pPr algn="l">
              <a:defRPr sz="2250" b="1">
                <a:solidFill>
                  <a:srgbClr val="006F70"/>
                </a:solidFill>
                <a:latin typeface="Arial"/>
                <a:ea typeface="Arial"/>
                <a:cs typeface="Arial"/>
              </a:defRPr>
            </a:lvl5pPr>
            <a:lvl6pPr algn="l">
              <a:defRPr sz="2250" b="1">
                <a:solidFill>
                  <a:srgbClr val="006F70"/>
                </a:solidFill>
                <a:latin typeface="Arial"/>
                <a:ea typeface="Arial"/>
                <a:cs typeface="Arial"/>
              </a:defRPr>
            </a:lvl6pPr>
            <a:lvl7pPr algn="l">
              <a:defRPr sz="2250" b="1">
                <a:solidFill>
                  <a:srgbClr val="006F70"/>
                </a:solidFill>
                <a:latin typeface="Arial"/>
                <a:ea typeface="Arial"/>
                <a:cs typeface="Arial"/>
              </a:defRPr>
            </a:lvl7pPr>
            <a:lvl8pPr algn="l">
              <a:defRPr sz="2250" b="1">
                <a:solidFill>
                  <a:srgbClr val="006F70"/>
                </a:solidFill>
                <a:latin typeface="Arial"/>
                <a:ea typeface="Arial"/>
                <a:cs typeface="Arial"/>
              </a:defRPr>
            </a:lvl8pPr>
            <a:lvl9pPr algn="l">
              <a:defRPr sz="2250" b="1">
                <a:solidFill>
                  <a:srgbClr val="006F70"/>
                </a:solidFill>
                <a:latin typeface="Arial"/>
                <a:ea typeface="Arial"/>
                <a:cs typeface="Arial"/>
              </a:defRPr>
            </a:lvl9pPr>
          </a:lstStyle>
          <a:p xmlns:a="http://schemas.openxmlformats.org/drawingml/2006/main">
            <a:pPr algn="l">
              <a:defRPr sz="2250" b="1">
                <a:solidFill>
                  <a:srgbClr val="006F70"/>
                </a:solidFill>
                <a:latin typeface="Arial"/>
                <a:ea typeface="Arial"/>
                <a:cs typeface="Arial"/>
              </a:defRPr>
            </a:pPr>
            <a:r>
              <a:rPr sz="2250" b="1">
                <a:solidFill>
                  <a:srgbClr val="006F70"/>
                </a:solidFill>
                <a:latin typeface="Arial"/>
                <a:ea typeface="Arial"/>
                <a:cs typeface="Arial"/>
              </a:rPr>
              <a:t>Media</a:t>
            </a:r>
          </a:p>
        </p:txBody>
      </p:sp>
      <p:sp>
        <p:nvSpPr>
          <p:cNvPr id="7" name="qa-body-1">
            <a:extLst xmlns:a="http://schemas.openxmlformats.org/drawingml/2006/main">
              <a:ext uri="{FF2B5EF4-FFF2-40B4-BE49-F238E27FC236}">
                <a16:creationId xmlns:a16="http://schemas.microsoft.com/office/drawing/2014/main" id="{48864321-C957-4436-9237-B3CDCA58AC57}"/>
              </a:ext>
            </a:extLst>
          </p:cNvPr>
          <p:cNvSpPr>
            <a:spLocks xmlns:a="http://schemas.openxmlformats.org/drawingml/2006/main" noGrp="1"/>
          </p:cNvSpPr>
          <p:nvPr/>
        </p:nvSpPr>
        <p:spPr>
          <a:xfrm xmlns:a="http://schemas.openxmlformats.org/drawingml/2006/main">
            <a:off x="3048000" y="2476500"/>
            <a:ext cx="82486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0">
                <a:solidFill>
                  <a:srgbClr val="16242B"/>
                </a:solidFill>
                <a:latin typeface="Arial"/>
                <a:ea typeface="Arial"/>
                <a:cs typeface="Arial"/>
              </a:defRPr>
            </a:defPPr>
            <a:lvl1pPr algn="l">
              <a:defRPr sz="2025" b="0">
                <a:solidFill>
                  <a:srgbClr val="16242B"/>
                </a:solidFill>
                <a:latin typeface="Arial"/>
                <a:ea typeface="Arial"/>
                <a:cs typeface="Arial"/>
              </a:defRPr>
            </a:lvl1pPr>
            <a:lvl2pPr algn="l">
              <a:defRPr sz="2025" b="0">
                <a:solidFill>
                  <a:srgbClr val="16242B"/>
                </a:solidFill>
                <a:latin typeface="Arial"/>
                <a:ea typeface="Arial"/>
                <a:cs typeface="Arial"/>
              </a:defRPr>
            </a:lvl2pPr>
            <a:lvl3pPr algn="l">
              <a:defRPr sz="2025" b="0">
                <a:solidFill>
                  <a:srgbClr val="16242B"/>
                </a:solidFill>
                <a:latin typeface="Arial"/>
                <a:ea typeface="Arial"/>
                <a:cs typeface="Arial"/>
              </a:defRPr>
            </a:lvl3pPr>
            <a:lvl4pPr algn="l">
              <a:defRPr sz="2025" b="0">
                <a:solidFill>
                  <a:srgbClr val="16242B"/>
                </a:solidFill>
                <a:latin typeface="Arial"/>
                <a:ea typeface="Arial"/>
                <a:cs typeface="Arial"/>
              </a:defRPr>
            </a:lvl4pPr>
            <a:lvl5pPr algn="l">
              <a:defRPr sz="2025" b="0">
                <a:solidFill>
                  <a:srgbClr val="16242B"/>
                </a:solidFill>
                <a:latin typeface="Arial"/>
                <a:ea typeface="Arial"/>
                <a:cs typeface="Arial"/>
              </a:defRPr>
            </a:lvl5pPr>
            <a:lvl6pPr algn="l">
              <a:defRPr sz="2025" b="0">
                <a:solidFill>
                  <a:srgbClr val="16242B"/>
                </a:solidFill>
                <a:latin typeface="Arial"/>
                <a:ea typeface="Arial"/>
                <a:cs typeface="Arial"/>
              </a:defRPr>
            </a:lvl6pPr>
            <a:lvl7pPr algn="l">
              <a:defRPr sz="2025" b="0">
                <a:solidFill>
                  <a:srgbClr val="16242B"/>
                </a:solidFill>
                <a:latin typeface="Arial"/>
                <a:ea typeface="Arial"/>
                <a:cs typeface="Arial"/>
              </a:defRPr>
            </a:lvl7pPr>
            <a:lvl8pPr algn="l">
              <a:defRPr sz="2025" b="0">
                <a:solidFill>
                  <a:srgbClr val="16242B"/>
                </a:solidFill>
                <a:latin typeface="Arial"/>
                <a:ea typeface="Arial"/>
                <a:cs typeface="Arial"/>
              </a:defRPr>
            </a:lvl8pPr>
            <a:lvl9pPr algn="l">
              <a:defRPr sz="2025" b="0">
                <a:solidFill>
                  <a:srgbClr val="16242B"/>
                </a:solidFill>
                <a:latin typeface="Arial"/>
                <a:ea typeface="Arial"/>
                <a:cs typeface="Arial"/>
              </a:defRPr>
            </a:lvl9pPr>
          </a:lstStyle>
          <a:p xmlns:a="http://schemas.openxmlformats.org/drawingml/2006/main">
            <a:pPr algn="l">
              <a:defRPr sz="2025" b="0">
                <a:solidFill>
                  <a:srgbClr val="16242B"/>
                </a:solidFill>
                <a:latin typeface="Arial"/>
                <a:ea typeface="Arial"/>
                <a:cs typeface="Arial"/>
              </a:defRPr>
            </a:pPr>
            <a:r>
              <a:rPr sz="2025" b="0">
                <a:solidFill>
                  <a:srgbClr val="16242B"/>
                </a:solidFill>
                <a:latin typeface="Arial"/>
                <a:ea typeface="Arial"/>
                <a:cs typeface="Arial"/>
              </a:rPr>
              <a:t>Inspect images and text; listen for sync, intelligibility and artifacts.</a:t>
            </a:r>
          </a:p>
        </p:txBody>
      </p:sp>
      <p:sp>
        <p:nvSpPr>
          <p:cNvPr id="8" name="qa-rule-1">
            <a:extLst xmlns:a="http://schemas.openxmlformats.org/drawingml/2006/main">
              <a:ext uri="{FF2B5EF4-FFF2-40B4-BE49-F238E27FC236}">
                <a16:creationId xmlns:a16="http://schemas.microsoft.com/office/drawing/2014/main" id="{9CB7CE3A-999F-4344-8BBB-144A5B9A5584}"/>
              </a:ext>
            </a:extLst>
          </p:cNvPr>
          <p:cNvSpPr>
            <a:spLocks xmlns:a="http://schemas.openxmlformats.org/drawingml/2006/main" noGrp="1"/>
          </p:cNvSpPr>
          <p:nvPr/>
        </p:nvSpPr>
        <p:spPr>
          <a:xfrm xmlns:a="http://schemas.openxmlformats.org/drawingml/2006/main">
            <a:off x="666750" y="3314700"/>
            <a:ext cx="10610850" cy="0"/>
          </a:xfrm>
          <a:prstGeom xmlns:a="http://schemas.openxmlformats.org/drawingml/2006/main" prst="line">
            <a:avLst/>
          </a:prstGeom>
          <a:noFill xmlns:a="http://schemas.openxmlformats.org/drawingml/2006/main"/>
          <a:ln xmlns:a="http://schemas.openxmlformats.org/drawingml/2006/main" w="14288">
            <a:solidFill>
              <a:srgbClr val="A8BAC5"/>
            </a:solidFill>
            <a:prstDash val="solid"/>
          </a:ln>
        </p:spPr>
      </p:sp>
      <p:sp>
        <p:nvSpPr>
          <p:cNvPr id="9" name="qa-label-2">
            <a:extLst xmlns:a="http://schemas.openxmlformats.org/drawingml/2006/main">
              <a:ext uri="{FF2B5EF4-FFF2-40B4-BE49-F238E27FC236}">
                <a16:creationId xmlns:a16="http://schemas.microsoft.com/office/drawing/2014/main" id="{374D6D1F-34D4-46B9-B3C3-3EFB85F4C8FF}"/>
              </a:ext>
            </a:extLst>
          </p:cNvPr>
          <p:cNvSpPr>
            <a:spLocks xmlns:a="http://schemas.openxmlformats.org/drawingml/2006/main" noGrp="1"/>
          </p:cNvSpPr>
          <p:nvPr/>
        </p:nvSpPr>
        <p:spPr>
          <a:xfrm xmlns:a="http://schemas.openxmlformats.org/drawingml/2006/main">
            <a:off x="666750" y="3476625"/>
            <a:ext cx="209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250" b="1">
                <a:solidFill>
                  <a:srgbClr val="006F70"/>
                </a:solidFill>
                <a:latin typeface="Arial"/>
                <a:ea typeface="Arial"/>
                <a:cs typeface="Arial"/>
              </a:defRPr>
            </a:defPPr>
            <a:lvl1pPr algn="l">
              <a:defRPr sz="2250" b="1">
                <a:solidFill>
                  <a:srgbClr val="006F70"/>
                </a:solidFill>
                <a:latin typeface="Arial"/>
                <a:ea typeface="Arial"/>
                <a:cs typeface="Arial"/>
              </a:defRPr>
            </a:lvl1pPr>
            <a:lvl2pPr algn="l">
              <a:defRPr sz="2250" b="1">
                <a:solidFill>
                  <a:srgbClr val="006F70"/>
                </a:solidFill>
                <a:latin typeface="Arial"/>
                <a:ea typeface="Arial"/>
                <a:cs typeface="Arial"/>
              </a:defRPr>
            </a:lvl2pPr>
            <a:lvl3pPr algn="l">
              <a:defRPr sz="2250" b="1">
                <a:solidFill>
                  <a:srgbClr val="006F70"/>
                </a:solidFill>
                <a:latin typeface="Arial"/>
                <a:ea typeface="Arial"/>
                <a:cs typeface="Arial"/>
              </a:defRPr>
            </a:lvl3pPr>
            <a:lvl4pPr algn="l">
              <a:defRPr sz="2250" b="1">
                <a:solidFill>
                  <a:srgbClr val="006F70"/>
                </a:solidFill>
                <a:latin typeface="Arial"/>
                <a:ea typeface="Arial"/>
                <a:cs typeface="Arial"/>
              </a:defRPr>
            </a:lvl4pPr>
            <a:lvl5pPr algn="l">
              <a:defRPr sz="2250" b="1">
                <a:solidFill>
                  <a:srgbClr val="006F70"/>
                </a:solidFill>
                <a:latin typeface="Arial"/>
                <a:ea typeface="Arial"/>
                <a:cs typeface="Arial"/>
              </a:defRPr>
            </a:lvl5pPr>
            <a:lvl6pPr algn="l">
              <a:defRPr sz="2250" b="1">
                <a:solidFill>
                  <a:srgbClr val="006F70"/>
                </a:solidFill>
                <a:latin typeface="Arial"/>
                <a:ea typeface="Arial"/>
                <a:cs typeface="Arial"/>
              </a:defRPr>
            </a:lvl6pPr>
            <a:lvl7pPr algn="l">
              <a:defRPr sz="2250" b="1">
                <a:solidFill>
                  <a:srgbClr val="006F70"/>
                </a:solidFill>
                <a:latin typeface="Arial"/>
                <a:ea typeface="Arial"/>
                <a:cs typeface="Arial"/>
              </a:defRPr>
            </a:lvl7pPr>
            <a:lvl8pPr algn="l">
              <a:defRPr sz="2250" b="1">
                <a:solidFill>
                  <a:srgbClr val="006F70"/>
                </a:solidFill>
                <a:latin typeface="Arial"/>
                <a:ea typeface="Arial"/>
                <a:cs typeface="Arial"/>
              </a:defRPr>
            </a:lvl8pPr>
            <a:lvl9pPr algn="l">
              <a:defRPr sz="2250" b="1">
                <a:solidFill>
                  <a:srgbClr val="006F70"/>
                </a:solidFill>
                <a:latin typeface="Arial"/>
                <a:ea typeface="Arial"/>
                <a:cs typeface="Arial"/>
              </a:defRPr>
            </a:lvl9pPr>
          </a:lstStyle>
          <a:p xmlns:a="http://schemas.openxmlformats.org/drawingml/2006/main">
            <a:pPr algn="l">
              <a:defRPr sz="2250" b="1">
                <a:solidFill>
                  <a:srgbClr val="006F70"/>
                </a:solidFill>
                <a:latin typeface="Arial"/>
                <a:ea typeface="Arial"/>
                <a:cs typeface="Arial"/>
              </a:defRPr>
            </a:pPr>
            <a:r>
              <a:rPr sz="2250" b="1">
                <a:solidFill>
                  <a:srgbClr val="006F70"/>
                </a:solidFill>
                <a:latin typeface="Arial"/>
                <a:ea typeface="Arial"/>
                <a:cs typeface="Arial"/>
              </a:rPr>
              <a:t>Behavior</a:t>
            </a:r>
          </a:p>
        </p:txBody>
      </p:sp>
      <p:sp>
        <p:nvSpPr>
          <p:cNvPr id="10" name="qa-body-2">
            <a:extLst xmlns:a="http://schemas.openxmlformats.org/drawingml/2006/main">
              <a:ext uri="{FF2B5EF4-FFF2-40B4-BE49-F238E27FC236}">
                <a16:creationId xmlns:a16="http://schemas.microsoft.com/office/drawing/2014/main" id="{8ED670DC-2AF8-4E6D-B74A-248304561B11}"/>
              </a:ext>
            </a:extLst>
          </p:cNvPr>
          <p:cNvSpPr>
            <a:spLocks xmlns:a="http://schemas.openxmlformats.org/drawingml/2006/main" noGrp="1"/>
          </p:cNvSpPr>
          <p:nvPr/>
        </p:nvSpPr>
        <p:spPr>
          <a:xfrm xmlns:a="http://schemas.openxmlformats.org/drawingml/2006/main">
            <a:off x="3048000" y="3476625"/>
            <a:ext cx="82486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0">
                <a:solidFill>
                  <a:srgbClr val="16242B"/>
                </a:solidFill>
                <a:latin typeface="Arial"/>
                <a:ea typeface="Arial"/>
                <a:cs typeface="Arial"/>
              </a:defRPr>
            </a:defPPr>
            <a:lvl1pPr algn="l">
              <a:defRPr sz="2025" b="0">
                <a:solidFill>
                  <a:srgbClr val="16242B"/>
                </a:solidFill>
                <a:latin typeface="Arial"/>
                <a:ea typeface="Arial"/>
                <a:cs typeface="Arial"/>
              </a:defRPr>
            </a:lvl1pPr>
            <a:lvl2pPr algn="l">
              <a:defRPr sz="2025" b="0">
                <a:solidFill>
                  <a:srgbClr val="16242B"/>
                </a:solidFill>
                <a:latin typeface="Arial"/>
                <a:ea typeface="Arial"/>
                <a:cs typeface="Arial"/>
              </a:defRPr>
            </a:lvl2pPr>
            <a:lvl3pPr algn="l">
              <a:defRPr sz="2025" b="0">
                <a:solidFill>
                  <a:srgbClr val="16242B"/>
                </a:solidFill>
                <a:latin typeface="Arial"/>
                <a:ea typeface="Arial"/>
                <a:cs typeface="Arial"/>
              </a:defRPr>
            </a:lvl3pPr>
            <a:lvl4pPr algn="l">
              <a:defRPr sz="2025" b="0">
                <a:solidFill>
                  <a:srgbClr val="16242B"/>
                </a:solidFill>
                <a:latin typeface="Arial"/>
                <a:ea typeface="Arial"/>
                <a:cs typeface="Arial"/>
              </a:defRPr>
            </a:lvl4pPr>
            <a:lvl5pPr algn="l">
              <a:defRPr sz="2025" b="0">
                <a:solidFill>
                  <a:srgbClr val="16242B"/>
                </a:solidFill>
                <a:latin typeface="Arial"/>
                <a:ea typeface="Arial"/>
                <a:cs typeface="Arial"/>
              </a:defRPr>
            </a:lvl5pPr>
            <a:lvl6pPr algn="l">
              <a:defRPr sz="2025" b="0">
                <a:solidFill>
                  <a:srgbClr val="16242B"/>
                </a:solidFill>
                <a:latin typeface="Arial"/>
                <a:ea typeface="Arial"/>
                <a:cs typeface="Arial"/>
              </a:defRPr>
            </a:lvl6pPr>
            <a:lvl7pPr algn="l">
              <a:defRPr sz="2025" b="0">
                <a:solidFill>
                  <a:srgbClr val="16242B"/>
                </a:solidFill>
                <a:latin typeface="Arial"/>
                <a:ea typeface="Arial"/>
                <a:cs typeface="Arial"/>
              </a:defRPr>
            </a:lvl7pPr>
            <a:lvl8pPr algn="l">
              <a:defRPr sz="2025" b="0">
                <a:solidFill>
                  <a:srgbClr val="16242B"/>
                </a:solidFill>
                <a:latin typeface="Arial"/>
                <a:ea typeface="Arial"/>
                <a:cs typeface="Arial"/>
              </a:defRPr>
            </a:lvl8pPr>
            <a:lvl9pPr algn="l">
              <a:defRPr sz="2025" b="0">
                <a:solidFill>
                  <a:srgbClr val="16242B"/>
                </a:solidFill>
                <a:latin typeface="Arial"/>
                <a:ea typeface="Arial"/>
                <a:cs typeface="Arial"/>
              </a:defRPr>
            </a:lvl9pPr>
          </a:lstStyle>
          <a:p xmlns:a="http://schemas.openxmlformats.org/drawingml/2006/main">
            <a:pPr algn="l">
              <a:defRPr sz="2025" b="0">
                <a:solidFill>
                  <a:srgbClr val="16242B"/>
                </a:solidFill>
                <a:latin typeface="Arial"/>
                <a:ea typeface="Arial"/>
                <a:cs typeface="Arial"/>
              </a:defRPr>
            </a:pPr>
            <a:r>
              <a:rPr sz="2025" b="0">
                <a:solidFill>
                  <a:srgbClr val="16242B"/>
                </a:solidFill>
                <a:latin typeface="Arial"/>
                <a:ea typeface="Arial"/>
                <a:cs typeface="Arial"/>
              </a:rPr>
              <a:t>Check time, loop boundaries, input states and missing dependencies.</a:t>
            </a:r>
          </a:p>
        </p:txBody>
      </p:sp>
      <p:sp>
        <p:nvSpPr>
          <p:cNvPr id="11" name="qa-rule-2">
            <a:extLst xmlns:a="http://schemas.openxmlformats.org/drawingml/2006/main">
              <a:ext uri="{FF2B5EF4-FFF2-40B4-BE49-F238E27FC236}">
                <a16:creationId xmlns:a16="http://schemas.microsoft.com/office/drawing/2014/main" id="{18CA81C0-2A37-49E8-B16E-8956FF083330}"/>
              </a:ext>
            </a:extLst>
          </p:cNvPr>
          <p:cNvSpPr>
            <a:spLocks xmlns:a="http://schemas.openxmlformats.org/drawingml/2006/main" noGrp="1"/>
          </p:cNvSpPr>
          <p:nvPr/>
        </p:nvSpPr>
        <p:spPr>
          <a:xfrm xmlns:a="http://schemas.openxmlformats.org/drawingml/2006/main">
            <a:off x="666750" y="4314825"/>
            <a:ext cx="10610850" cy="0"/>
          </a:xfrm>
          <a:prstGeom xmlns:a="http://schemas.openxmlformats.org/drawingml/2006/main" prst="line">
            <a:avLst/>
          </a:prstGeom>
          <a:noFill xmlns:a="http://schemas.openxmlformats.org/drawingml/2006/main"/>
          <a:ln xmlns:a="http://schemas.openxmlformats.org/drawingml/2006/main" w="14288">
            <a:solidFill>
              <a:srgbClr val="A8BAC5"/>
            </a:solidFill>
            <a:prstDash val="solid"/>
          </a:ln>
        </p:spPr>
      </p:sp>
      <p:sp>
        <p:nvSpPr>
          <p:cNvPr id="12" name="qa-label-3">
            <a:extLst xmlns:a="http://schemas.openxmlformats.org/drawingml/2006/main">
              <a:ext uri="{FF2B5EF4-FFF2-40B4-BE49-F238E27FC236}">
                <a16:creationId xmlns:a16="http://schemas.microsoft.com/office/drawing/2014/main" id="{05542D4A-54BB-45D7-AFB4-AEEE90A42A99}"/>
              </a:ext>
            </a:extLst>
          </p:cNvPr>
          <p:cNvSpPr>
            <a:spLocks xmlns:a="http://schemas.openxmlformats.org/drawingml/2006/main" noGrp="1"/>
          </p:cNvSpPr>
          <p:nvPr/>
        </p:nvSpPr>
        <p:spPr>
          <a:xfrm xmlns:a="http://schemas.openxmlformats.org/drawingml/2006/main">
            <a:off x="666750" y="4476750"/>
            <a:ext cx="209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250" b="1">
                <a:solidFill>
                  <a:srgbClr val="006F70"/>
                </a:solidFill>
                <a:latin typeface="Arial"/>
                <a:ea typeface="Arial"/>
                <a:cs typeface="Arial"/>
              </a:defRPr>
            </a:defPPr>
            <a:lvl1pPr algn="l">
              <a:defRPr sz="2250" b="1">
                <a:solidFill>
                  <a:srgbClr val="006F70"/>
                </a:solidFill>
                <a:latin typeface="Arial"/>
                <a:ea typeface="Arial"/>
                <a:cs typeface="Arial"/>
              </a:defRPr>
            </a:lvl1pPr>
            <a:lvl2pPr algn="l">
              <a:defRPr sz="2250" b="1">
                <a:solidFill>
                  <a:srgbClr val="006F70"/>
                </a:solidFill>
                <a:latin typeface="Arial"/>
                <a:ea typeface="Arial"/>
                <a:cs typeface="Arial"/>
              </a:defRPr>
            </a:lvl2pPr>
            <a:lvl3pPr algn="l">
              <a:defRPr sz="2250" b="1">
                <a:solidFill>
                  <a:srgbClr val="006F70"/>
                </a:solidFill>
                <a:latin typeface="Arial"/>
                <a:ea typeface="Arial"/>
                <a:cs typeface="Arial"/>
              </a:defRPr>
            </a:lvl3pPr>
            <a:lvl4pPr algn="l">
              <a:defRPr sz="2250" b="1">
                <a:solidFill>
                  <a:srgbClr val="006F70"/>
                </a:solidFill>
                <a:latin typeface="Arial"/>
                <a:ea typeface="Arial"/>
                <a:cs typeface="Arial"/>
              </a:defRPr>
            </a:lvl4pPr>
            <a:lvl5pPr algn="l">
              <a:defRPr sz="2250" b="1">
                <a:solidFill>
                  <a:srgbClr val="006F70"/>
                </a:solidFill>
                <a:latin typeface="Arial"/>
                <a:ea typeface="Arial"/>
                <a:cs typeface="Arial"/>
              </a:defRPr>
            </a:lvl5pPr>
            <a:lvl6pPr algn="l">
              <a:defRPr sz="2250" b="1">
                <a:solidFill>
                  <a:srgbClr val="006F70"/>
                </a:solidFill>
                <a:latin typeface="Arial"/>
                <a:ea typeface="Arial"/>
                <a:cs typeface="Arial"/>
              </a:defRPr>
            </a:lvl6pPr>
            <a:lvl7pPr algn="l">
              <a:defRPr sz="2250" b="1">
                <a:solidFill>
                  <a:srgbClr val="006F70"/>
                </a:solidFill>
                <a:latin typeface="Arial"/>
                <a:ea typeface="Arial"/>
                <a:cs typeface="Arial"/>
              </a:defRPr>
            </a:lvl7pPr>
            <a:lvl8pPr algn="l">
              <a:defRPr sz="2250" b="1">
                <a:solidFill>
                  <a:srgbClr val="006F70"/>
                </a:solidFill>
                <a:latin typeface="Arial"/>
                <a:ea typeface="Arial"/>
                <a:cs typeface="Arial"/>
              </a:defRPr>
            </a:lvl8pPr>
            <a:lvl9pPr algn="l">
              <a:defRPr sz="2250" b="1">
                <a:solidFill>
                  <a:srgbClr val="006F70"/>
                </a:solidFill>
                <a:latin typeface="Arial"/>
                <a:ea typeface="Arial"/>
                <a:cs typeface="Arial"/>
              </a:defRPr>
            </a:lvl9pPr>
          </a:lstStyle>
          <a:p xmlns:a="http://schemas.openxmlformats.org/drawingml/2006/main">
            <a:pPr algn="l">
              <a:defRPr sz="2250" b="1">
                <a:solidFill>
                  <a:srgbClr val="006F70"/>
                </a:solidFill>
                <a:latin typeface="Arial"/>
                <a:ea typeface="Arial"/>
                <a:cs typeface="Arial"/>
              </a:defRPr>
            </a:pPr>
            <a:r>
              <a:rPr sz="2250" b="1">
                <a:solidFill>
                  <a:srgbClr val="006F70"/>
                </a:solidFill>
                <a:latin typeface="Arial"/>
                <a:ea typeface="Arial"/>
                <a:cs typeface="Arial"/>
              </a:rPr>
              <a:t>Handoff</a:t>
            </a:r>
          </a:p>
        </p:txBody>
      </p:sp>
      <p:sp>
        <p:nvSpPr>
          <p:cNvPr id="13" name="qa-body-3">
            <a:extLst xmlns:a="http://schemas.openxmlformats.org/drawingml/2006/main">
              <a:ext uri="{FF2B5EF4-FFF2-40B4-BE49-F238E27FC236}">
                <a16:creationId xmlns:a16="http://schemas.microsoft.com/office/drawing/2014/main" id="{A4D88C2F-D52D-4C7B-81F3-3CE283BF563F}"/>
              </a:ext>
            </a:extLst>
          </p:cNvPr>
          <p:cNvSpPr>
            <a:spLocks xmlns:a="http://schemas.openxmlformats.org/drawingml/2006/main" noGrp="1"/>
          </p:cNvSpPr>
          <p:nvPr/>
        </p:nvSpPr>
        <p:spPr>
          <a:xfrm xmlns:a="http://schemas.openxmlformats.org/drawingml/2006/main">
            <a:off x="3048000" y="4476750"/>
            <a:ext cx="82486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0">
                <a:solidFill>
                  <a:srgbClr val="16242B"/>
                </a:solidFill>
                <a:latin typeface="Arial"/>
                <a:ea typeface="Arial"/>
                <a:cs typeface="Arial"/>
              </a:defRPr>
            </a:defPPr>
            <a:lvl1pPr algn="l">
              <a:defRPr sz="2025" b="0">
                <a:solidFill>
                  <a:srgbClr val="16242B"/>
                </a:solidFill>
                <a:latin typeface="Arial"/>
                <a:ea typeface="Arial"/>
                <a:cs typeface="Arial"/>
              </a:defRPr>
            </a:lvl1pPr>
            <a:lvl2pPr algn="l">
              <a:defRPr sz="2025" b="0">
                <a:solidFill>
                  <a:srgbClr val="16242B"/>
                </a:solidFill>
                <a:latin typeface="Arial"/>
                <a:ea typeface="Arial"/>
                <a:cs typeface="Arial"/>
              </a:defRPr>
            </a:lvl2pPr>
            <a:lvl3pPr algn="l">
              <a:defRPr sz="2025" b="0">
                <a:solidFill>
                  <a:srgbClr val="16242B"/>
                </a:solidFill>
                <a:latin typeface="Arial"/>
                <a:ea typeface="Arial"/>
                <a:cs typeface="Arial"/>
              </a:defRPr>
            </a:lvl3pPr>
            <a:lvl4pPr algn="l">
              <a:defRPr sz="2025" b="0">
                <a:solidFill>
                  <a:srgbClr val="16242B"/>
                </a:solidFill>
                <a:latin typeface="Arial"/>
                <a:ea typeface="Arial"/>
                <a:cs typeface="Arial"/>
              </a:defRPr>
            </a:lvl4pPr>
            <a:lvl5pPr algn="l">
              <a:defRPr sz="2025" b="0">
                <a:solidFill>
                  <a:srgbClr val="16242B"/>
                </a:solidFill>
                <a:latin typeface="Arial"/>
                <a:ea typeface="Arial"/>
                <a:cs typeface="Arial"/>
              </a:defRPr>
            </a:lvl5pPr>
            <a:lvl6pPr algn="l">
              <a:defRPr sz="2025" b="0">
                <a:solidFill>
                  <a:srgbClr val="16242B"/>
                </a:solidFill>
                <a:latin typeface="Arial"/>
                <a:ea typeface="Arial"/>
                <a:cs typeface="Arial"/>
              </a:defRPr>
            </a:lvl6pPr>
            <a:lvl7pPr algn="l">
              <a:defRPr sz="2025" b="0">
                <a:solidFill>
                  <a:srgbClr val="16242B"/>
                </a:solidFill>
                <a:latin typeface="Arial"/>
                <a:ea typeface="Arial"/>
                <a:cs typeface="Arial"/>
              </a:defRPr>
            </a:lvl7pPr>
            <a:lvl8pPr algn="l">
              <a:defRPr sz="2025" b="0">
                <a:solidFill>
                  <a:srgbClr val="16242B"/>
                </a:solidFill>
                <a:latin typeface="Arial"/>
                <a:ea typeface="Arial"/>
                <a:cs typeface="Arial"/>
              </a:defRPr>
            </a:lvl8pPr>
            <a:lvl9pPr algn="l">
              <a:defRPr sz="2025" b="0">
                <a:solidFill>
                  <a:srgbClr val="16242B"/>
                </a:solidFill>
                <a:latin typeface="Arial"/>
                <a:ea typeface="Arial"/>
                <a:cs typeface="Arial"/>
              </a:defRPr>
            </a:lvl9pPr>
          </a:lstStyle>
          <a:p xmlns:a="http://schemas.openxmlformats.org/drawingml/2006/main">
            <a:pPr algn="l">
              <a:defRPr sz="2025" b="0">
                <a:solidFill>
                  <a:srgbClr val="16242B"/>
                </a:solidFill>
                <a:latin typeface="Arial"/>
                <a:ea typeface="Arial"/>
                <a:cs typeface="Arial"/>
              </a:defRPr>
            </a:pPr>
            <a:r>
              <a:rPr sz="2025" b="0">
                <a:solidFill>
                  <a:srgbClr val="16242B"/>
                </a:solidFill>
                <a:latin typeface="Arial"/>
                <a:ea typeface="Arial"/>
                <a:cs typeface="Arial"/>
              </a:rPr>
              <a:t>Reopen native sources and check the required editing controls.</a:t>
            </a:r>
          </a:p>
        </p:txBody>
      </p:sp>
      <p:sp>
        <p:nvSpPr>
          <p:cNvPr id="14" name="qa-limit">
            <a:extLst xmlns:a="http://schemas.openxmlformats.org/drawingml/2006/main">
              <a:ext uri="{FF2B5EF4-FFF2-40B4-BE49-F238E27FC236}">
                <a16:creationId xmlns:a16="http://schemas.microsoft.com/office/drawing/2014/main" id="{A00A0F89-FABD-41BE-9EFC-DE5C7DF83AE5}"/>
              </a:ext>
            </a:extLst>
          </p:cNvPr>
          <p:cNvSpPr>
            <a:spLocks xmlns:a="http://schemas.openxmlformats.org/drawingml/2006/main" noGrp="1"/>
          </p:cNvSpPr>
          <p:nvPr/>
        </p:nvSpPr>
        <p:spPr>
          <a:xfrm xmlns:a="http://schemas.openxmlformats.org/drawingml/2006/main">
            <a:off x="666750" y="5772150"/>
            <a:ext cx="10810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Report checks as passed, failed or unavailable. A thumbnail is not a motion review.</a:t>
            </a:r>
          </a:p>
        </p:txBody>
      </p:sp>
    </p:spTree>
    <p:extLst>
      <p:ext uri="{BB962C8B-B14F-4D97-AF65-F5344CB8AC3E}">
        <p14:creationId xmlns:p14="http://schemas.microsoft.com/office/powerpoint/2010/main" val="632736280"/>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DB857BBA-7C57-42A1-84F8-19FE1CCFCF0C}"/>
              </a:ext>
            </a:extLst>
          </p:cNvPr>
          <p:cNvSpPr>
            <a:spLocks xmlns:a="http://schemas.openxmlformats.org/drawingml/2006/main" noGrp="1"/>
          </p:cNvSpPr>
          <p:nvPr/>
        </p:nvSpPr>
        <p:spPr>
          <a:xfrm xmlns:a="http://schemas.openxmlformats.org/drawingml/2006/main">
            <a:off x="628650" y="447675"/>
            <a:ext cx="10934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450" b="1">
                <a:solidFill>
                  <a:srgbClr val="16242B"/>
                </a:solidFill>
                <a:latin typeface="Arial"/>
                <a:ea typeface="Arial"/>
                <a:cs typeface="Arial"/>
              </a:defRPr>
            </a:defPPr>
            <a:lvl1pPr algn="l">
              <a:defRPr sz="3450" b="1">
                <a:solidFill>
                  <a:srgbClr val="16242B"/>
                </a:solidFill>
                <a:latin typeface="Arial"/>
                <a:ea typeface="Arial"/>
                <a:cs typeface="Arial"/>
              </a:defRPr>
            </a:lvl1pPr>
            <a:lvl2pPr algn="l">
              <a:defRPr sz="3450" b="1">
                <a:solidFill>
                  <a:srgbClr val="16242B"/>
                </a:solidFill>
                <a:latin typeface="Arial"/>
                <a:ea typeface="Arial"/>
                <a:cs typeface="Arial"/>
              </a:defRPr>
            </a:lvl2pPr>
            <a:lvl3pPr algn="l">
              <a:defRPr sz="3450" b="1">
                <a:solidFill>
                  <a:srgbClr val="16242B"/>
                </a:solidFill>
                <a:latin typeface="Arial"/>
                <a:ea typeface="Arial"/>
                <a:cs typeface="Arial"/>
              </a:defRPr>
            </a:lvl3pPr>
            <a:lvl4pPr algn="l">
              <a:defRPr sz="3450" b="1">
                <a:solidFill>
                  <a:srgbClr val="16242B"/>
                </a:solidFill>
                <a:latin typeface="Arial"/>
                <a:ea typeface="Arial"/>
                <a:cs typeface="Arial"/>
              </a:defRPr>
            </a:lvl4pPr>
            <a:lvl5pPr algn="l">
              <a:defRPr sz="3450" b="1">
                <a:solidFill>
                  <a:srgbClr val="16242B"/>
                </a:solidFill>
                <a:latin typeface="Arial"/>
                <a:ea typeface="Arial"/>
                <a:cs typeface="Arial"/>
              </a:defRPr>
            </a:lvl5pPr>
            <a:lvl6pPr algn="l">
              <a:defRPr sz="3450" b="1">
                <a:solidFill>
                  <a:srgbClr val="16242B"/>
                </a:solidFill>
                <a:latin typeface="Arial"/>
                <a:ea typeface="Arial"/>
                <a:cs typeface="Arial"/>
              </a:defRPr>
            </a:lvl6pPr>
            <a:lvl7pPr algn="l">
              <a:defRPr sz="3450" b="1">
                <a:solidFill>
                  <a:srgbClr val="16242B"/>
                </a:solidFill>
                <a:latin typeface="Arial"/>
                <a:ea typeface="Arial"/>
                <a:cs typeface="Arial"/>
              </a:defRPr>
            </a:lvl7pPr>
            <a:lvl8pPr algn="l">
              <a:defRPr sz="3450" b="1">
                <a:solidFill>
                  <a:srgbClr val="16242B"/>
                </a:solidFill>
                <a:latin typeface="Arial"/>
                <a:ea typeface="Arial"/>
                <a:cs typeface="Arial"/>
              </a:defRPr>
            </a:lvl8pPr>
            <a:lvl9pPr algn="l">
              <a:defRPr sz="3450" b="1">
                <a:solidFill>
                  <a:srgbClr val="16242B"/>
                </a:solidFill>
                <a:latin typeface="Arial"/>
                <a:ea typeface="Arial"/>
                <a:cs typeface="Arial"/>
              </a:defRPr>
            </a:lvl9pPr>
          </a:lstStyle>
          <a:p xmlns:a="http://schemas.openxmlformats.org/drawingml/2006/main">
            <a:pPr algn="l">
              <a:defRPr sz="3450" b="1">
                <a:solidFill>
                  <a:srgbClr val="16242B"/>
                </a:solidFill>
                <a:latin typeface="Arial"/>
                <a:ea typeface="Arial"/>
                <a:cs typeface="Arial"/>
              </a:defRPr>
            </a:pPr>
            <a:r>
              <a:rPr sz="3450" b="1">
                <a:solidFill>
                  <a:srgbClr val="16242B"/>
                </a:solidFill>
                <a:latin typeface="Arial"/>
                <a:ea typeface="Arial"/>
                <a:cs typeface="Arial"/>
              </a:rPr>
              <a:t>A portable release package</a:t>
            </a:r>
          </a:p>
        </p:txBody>
      </p:sp>
      <p:sp>
        <p:nvSpPr>
          <p:cNvPr id="2" name="page">
            <a:extLst xmlns:a="http://schemas.openxmlformats.org/drawingml/2006/main">
              <a:ext uri="{FF2B5EF4-FFF2-40B4-BE49-F238E27FC236}">
                <a16:creationId xmlns:a16="http://schemas.microsoft.com/office/drawing/2014/main" id="{21EA831A-AB42-4462-961C-82D7278E30B9}"/>
              </a:ext>
            </a:extLst>
          </p:cNvPr>
          <p:cNvSpPr>
            <a:spLocks xmlns:a="http://schemas.openxmlformats.org/drawingml/2006/main" noGrp="1"/>
          </p:cNvSpPr>
          <p:nvPr/>
        </p:nvSpPr>
        <p:spPr>
          <a:xfrm xmlns:a="http://schemas.openxmlformats.org/drawingml/2006/main">
            <a:off x="11049000" y="61626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0">
                <a:solidFill>
                  <a:srgbClr val="526773"/>
                </a:solidFill>
                <a:latin typeface="Arial"/>
                <a:ea typeface="Arial"/>
                <a:cs typeface="Arial"/>
              </a:defRPr>
            </a:defPPr>
            <a:lvl1pPr algn="l">
              <a:defRPr sz="1275" b="0">
                <a:solidFill>
                  <a:srgbClr val="526773"/>
                </a:solidFill>
                <a:latin typeface="Arial"/>
                <a:ea typeface="Arial"/>
                <a:cs typeface="Arial"/>
              </a:defRPr>
            </a:lvl1pPr>
            <a:lvl2pPr algn="l">
              <a:defRPr sz="1275" b="0">
                <a:solidFill>
                  <a:srgbClr val="526773"/>
                </a:solidFill>
                <a:latin typeface="Arial"/>
                <a:ea typeface="Arial"/>
                <a:cs typeface="Arial"/>
              </a:defRPr>
            </a:lvl2pPr>
            <a:lvl3pPr algn="l">
              <a:defRPr sz="1275" b="0">
                <a:solidFill>
                  <a:srgbClr val="526773"/>
                </a:solidFill>
                <a:latin typeface="Arial"/>
                <a:ea typeface="Arial"/>
                <a:cs typeface="Arial"/>
              </a:defRPr>
            </a:lvl3pPr>
            <a:lvl4pPr algn="l">
              <a:defRPr sz="1275" b="0">
                <a:solidFill>
                  <a:srgbClr val="526773"/>
                </a:solidFill>
                <a:latin typeface="Arial"/>
                <a:ea typeface="Arial"/>
                <a:cs typeface="Arial"/>
              </a:defRPr>
            </a:lvl4pPr>
            <a:lvl5pPr algn="l">
              <a:defRPr sz="1275" b="0">
                <a:solidFill>
                  <a:srgbClr val="526773"/>
                </a:solidFill>
                <a:latin typeface="Arial"/>
                <a:ea typeface="Arial"/>
                <a:cs typeface="Arial"/>
              </a:defRPr>
            </a:lvl5pPr>
            <a:lvl6pPr algn="l">
              <a:defRPr sz="1275" b="0">
                <a:solidFill>
                  <a:srgbClr val="526773"/>
                </a:solidFill>
                <a:latin typeface="Arial"/>
                <a:ea typeface="Arial"/>
                <a:cs typeface="Arial"/>
              </a:defRPr>
            </a:lvl6pPr>
            <a:lvl7pPr algn="l">
              <a:defRPr sz="1275" b="0">
                <a:solidFill>
                  <a:srgbClr val="526773"/>
                </a:solidFill>
                <a:latin typeface="Arial"/>
                <a:ea typeface="Arial"/>
                <a:cs typeface="Arial"/>
              </a:defRPr>
            </a:lvl7pPr>
            <a:lvl8pPr algn="l">
              <a:defRPr sz="1275" b="0">
                <a:solidFill>
                  <a:srgbClr val="526773"/>
                </a:solidFill>
                <a:latin typeface="Arial"/>
                <a:ea typeface="Arial"/>
                <a:cs typeface="Arial"/>
              </a:defRPr>
            </a:lvl8pPr>
            <a:lvl9pPr algn="l">
              <a:defRPr sz="1275" b="0">
                <a:solidFill>
                  <a:srgbClr val="526773"/>
                </a:solidFill>
                <a:latin typeface="Arial"/>
                <a:ea typeface="Arial"/>
                <a:cs typeface="Arial"/>
              </a:defRPr>
            </a:lvl9pPr>
          </a:lstStyle>
          <a:p xmlns:a="http://schemas.openxmlformats.org/drawingml/2006/main">
            <a:pPr algn="l">
              <a:defRPr sz="1275" b="0">
                <a:solidFill>
                  <a:srgbClr val="526773"/>
                </a:solidFill>
                <a:latin typeface="Arial"/>
                <a:ea typeface="Arial"/>
                <a:cs typeface="Arial"/>
              </a:defRPr>
            </a:pPr>
            <a:r>
              <a:rPr sz="1275" b="0">
                <a:solidFill>
                  <a:srgbClr val="526773"/>
                </a:solidFill>
                <a:latin typeface="Arial"/>
                <a:ea typeface="Arial"/>
                <a:cs typeface="Arial"/>
              </a:rPr>
              <a:t>07</a:t>
            </a:r>
          </a:p>
        </p:txBody>
      </p:sp>
      <p:sp>
        <p:nvSpPr>
          <p:cNvPr id="3" name="handoff-thesis">
            <a:extLst xmlns:a="http://schemas.openxmlformats.org/drawingml/2006/main">
              <a:ext uri="{FF2B5EF4-FFF2-40B4-BE49-F238E27FC236}">
                <a16:creationId xmlns:a16="http://schemas.microsoft.com/office/drawing/2014/main" id="{231CD92B-B886-4D2C-BD5A-400E3C9C8191}"/>
              </a:ext>
            </a:extLst>
          </p:cNvPr>
          <p:cNvSpPr>
            <a:spLocks xmlns:a="http://schemas.openxmlformats.org/drawingml/2006/main" noGrp="1"/>
          </p:cNvSpPr>
          <p:nvPr/>
        </p:nvSpPr>
        <p:spPr>
          <a:xfrm xmlns:a="http://schemas.openxmlformats.org/drawingml/2006/main">
            <a:off x="647700" y="1304925"/>
            <a:ext cx="10858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625" b="1">
                <a:solidFill>
                  <a:srgbClr val="006F70"/>
                </a:solidFill>
                <a:latin typeface="Arial"/>
                <a:ea typeface="Arial"/>
                <a:cs typeface="Arial"/>
              </a:defRPr>
            </a:defPPr>
            <a:lvl1pPr algn="l">
              <a:defRPr sz="2625" b="1">
                <a:solidFill>
                  <a:srgbClr val="006F70"/>
                </a:solidFill>
                <a:latin typeface="Arial"/>
                <a:ea typeface="Arial"/>
                <a:cs typeface="Arial"/>
              </a:defRPr>
            </a:lvl1pPr>
            <a:lvl2pPr algn="l">
              <a:defRPr sz="2625" b="1">
                <a:solidFill>
                  <a:srgbClr val="006F70"/>
                </a:solidFill>
                <a:latin typeface="Arial"/>
                <a:ea typeface="Arial"/>
                <a:cs typeface="Arial"/>
              </a:defRPr>
            </a:lvl2pPr>
            <a:lvl3pPr algn="l">
              <a:defRPr sz="2625" b="1">
                <a:solidFill>
                  <a:srgbClr val="006F70"/>
                </a:solidFill>
                <a:latin typeface="Arial"/>
                <a:ea typeface="Arial"/>
                <a:cs typeface="Arial"/>
              </a:defRPr>
            </a:lvl3pPr>
            <a:lvl4pPr algn="l">
              <a:defRPr sz="2625" b="1">
                <a:solidFill>
                  <a:srgbClr val="006F70"/>
                </a:solidFill>
                <a:latin typeface="Arial"/>
                <a:ea typeface="Arial"/>
                <a:cs typeface="Arial"/>
              </a:defRPr>
            </a:lvl4pPr>
            <a:lvl5pPr algn="l">
              <a:defRPr sz="2625" b="1">
                <a:solidFill>
                  <a:srgbClr val="006F70"/>
                </a:solidFill>
                <a:latin typeface="Arial"/>
                <a:ea typeface="Arial"/>
                <a:cs typeface="Arial"/>
              </a:defRPr>
            </a:lvl5pPr>
            <a:lvl6pPr algn="l">
              <a:defRPr sz="2625" b="1">
                <a:solidFill>
                  <a:srgbClr val="006F70"/>
                </a:solidFill>
                <a:latin typeface="Arial"/>
                <a:ea typeface="Arial"/>
                <a:cs typeface="Arial"/>
              </a:defRPr>
            </a:lvl6pPr>
            <a:lvl7pPr algn="l">
              <a:defRPr sz="2625" b="1">
                <a:solidFill>
                  <a:srgbClr val="006F70"/>
                </a:solidFill>
                <a:latin typeface="Arial"/>
                <a:ea typeface="Arial"/>
                <a:cs typeface="Arial"/>
              </a:defRPr>
            </a:lvl7pPr>
            <a:lvl8pPr algn="l">
              <a:defRPr sz="2625" b="1">
                <a:solidFill>
                  <a:srgbClr val="006F70"/>
                </a:solidFill>
                <a:latin typeface="Arial"/>
                <a:ea typeface="Arial"/>
                <a:cs typeface="Arial"/>
              </a:defRPr>
            </a:lvl8pPr>
            <a:lvl9pPr algn="l">
              <a:defRPr sz="2625" b="1">
                <a:solidFill>
                  <a:srgbClr val="006F70"/>
                </a:solidFill>
                <a:latin typeface="Arial"/>
                <a:ea typeface="Arial"/>
                <a:cs typeface="Arial"/>
              </a:defRPr>
            </a:lvl9pPr>
          </a:lstStyle>
          <a:p xmlns:a="http://schemas.openxmlformats.org/drawingml/2006/main">
            <a:pPr algn="l">
              <a:defRPr sz="2625" b="1">
                <a:solidFill>
                  <a:srgbClr val="006F70"/>
                </a:solidFill>
                <a:latin typeface="Arial"/>
                <a:ea typeface="Arial"/>
                <a:cs typeface="Arial"/>
              </a:defRPr>
            </a:pPr>
            <a:r>
              <a:rPr sz="2625" b="1">
                <a:solidFill>
                  <a:srgbClr val="006F70"/>
                </a:solidFill>
                <a:latin typeface="Arial"/>
                <a:ea typeface="Arial"/>
                <a:cs typeface="Arial"/>
              </a:rPr>
              <a:t>One clear entry point should explain how to inspect,</a:t>
            </a:r>
          </a:p>
          <a:p xmlns:a="http://schemas.openxmlformats.org/drawingml/2006/main">
            <a:pPr algn="l">
              <a:defRPr sz="2625" b="1">
                <a:solidFill>
                  <a:srgbClr val="006F70"/>
                </a:solidFill>
                <a:latin typeface="Arial"/>
                <a:ea typeface="Arial"/>
                <a:cs typeface="Arial"/>
              </a:defRPr>
            </a:pPr>
            <a:r>
              <a:rPr sz="2625" b="1">
                <a:solidFill>
                  <a:srgbClr val="006F70"/>
                </a:solidFill>
                <a:latin typeface="Arial"/>
                <a:ea typeface="Arial"/>
                <a:cs typeface="Arial"/>
              </a:rPr>
              <a:t>reproduce and revise the selected master.</a:t>
            </a:r>
          </a:p>
        </p:txBody>
      </p:sp>
      <p:sp>
        <p:nvSpPr>
          <p:cNvPr id="4" name="package-label-0">
            <a:extLst xmlns:a="http://schemas.openxmlformats.org/drawingml/2006/main">
              <a:ext uri="{FF2B5EF4-FFF2-40B4-BE49-F238E27FC236}">
                <a16:creationId xmlns:a16="http://schemas.microsoft.com/office/drawing/2014/main" id="{E698C076-C7FA-4766-B812-194696B72B65}"/>
              </a:ext>
            </a:extLst>
          </p:cNvPr>
          <p:cNvSpPr>
            <a:spLocks xmlns:a="http://schemas.openxmlformats.org/drawingml/2006/main" noGrp="1"/>
          </p:cNvSpPr>
          <p:nvPr/>
        </p:nvSpPr>
        <p:spPr>
          <a:xfrm xmlns:a="http://schemas.openxmlformats.org/drawingml/2006/main">
            <a:off x="666750" y="28194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1">
                <a:solidFill>
                  <a:srgbClr val="16242B"/>
                </a:solidFill>
                <a:latin typeface="Arial"/>
                <a:ea typeface="Arial"/>
                <a:cs typeface="Arial"/>
              </a:defRPr>
            </a:defPPr>
            <a:lvl1pPr algn="l">
              <a:defRPr sz="2025" b="1">
                <a:solidFill>
                  <a:srgbClr val="16242B"/>
                </a:solidFill>
                <a:latin typeface="Arial"/>
                <a:ea typeface="Arial"/>
                <a:cs typeface="Arial"/>
              </a:defRPr>
            </a:lvl1pPr>
            <a:lvl2pPr algn="l">
              <a:defRPr sz="2025" b="1">
                <a:solidFill>
                  <a:srgbClr val="16242B"/>
                </a:solidFill>
                <a:latin typeface="Arial"/>
                <a:ea typeface="Arial"/>
                <a:cs typeface="Arial"/>
              </a:defRPr>
            </a:lvl2pPr>
            <a:lvl3pPr algn="l">
              <a:defRPr sz="2025" b="1">
                <a:solidFill>
                  <a:srgbClr val="16242B"/>
                </a:solidFill>
                <a:latin typeface="Arial"/>
                <a:ea typeface="Arial"/>
                <a:cs typeface="Arial"/>
              </a:defRPr>
            </a:lvl3pPr>
            <a:lvl4pPr algn="l">
              <a:defRPr sz="2025" b="1">
                <a:solidFill>
                  <a:srgbClr val="16242B"/>
                </a:solidFill>
                <a:latin typeface="Arial"/>
                <a:ea typeface="Arial"/>
                <a:cs typeface="Arial"/>
              </a:defRPr>
            </a:lvl4pPr>
            <a:lvl5pPr algn="l">
              <a:defRPr sz="2025" b="1">
                <a:solidFill>
                  <a:srgbClr val="16242B"/>
                </a:solidFill>
                <a:latin typeface="Arial"/>
                <a:ea typeface="Arial"/>
                <a:cs typeface="Arial"/>
              </a:defRPr>
            </a:lvl5pPr>
            <a:lvl6pPr algn="l">
              <a:defRPr sz="2025" b="1">
                <a:solidFill>
                  <a:srgbClr val="16242B"/>
                </a:solidFill>
                <a:latin typeface="Arial"/>
                <a:ea typeface="Arial"/>
                <a:cs typeface="Arial"/>
              </a:defRPr>
            </a:lvl6pPr>
            <a:lvl7pPr algn="l">
              <a:defRPr sz="2025" b="1">
                <a:solidFill>
                  <a:srgbClr val="16242B"/>
                </a:solidFill>
                <a:latin typeface="Arial"/>
                <a:ea typeface="Arial"/>
                <a:cs typeface="Arial"/>
              </a:defRPr>
            </a:lvl7pPr>
            <a:lvl8pPr algn="l">
              <a:defRPr sz="2025" b="1">
                <a:solidFill>
                  <a:srgbClr val="16242B"/>
                </a:solidFill>
                <a:latin typeface="Arial"/>
                <a:ea typeface="Arial"/>
                <a:cs typeface="Arial"/>
              </a:defRPr>
            </a:lvl8pPr>
            <a:lvl9pPr algn="l">
              <a:defRPr sz="2025" b="1">
                <a:solidFill>
                  <a:srgbClr val="16242B"/>
                </a:solidFill>
                <a:latin typeface="Arial"/>
                <a:ea typeface="Arial"/>
                <a:cs typeface="Arial"/>
              </a:defRPr>
            </a:lvl9pPr>
          </a:lstStyle>
          <a:p xmlns:a="http://schemas.openxmlformats.org/drawingml/2006/main">
            <a:pPr algn="l">
              <a:defRPr sz="2025" b="1">
                <a:solidFill>
                  <a:srgbClr val="16242B"/>
                </a:solidFill>
                <a:latin typeface="Arial"/>
                <a:ea typeface="Arial"/>
                <a:cs typeface="Arial"/>
              </a:defRPr>
            </a:pPr>
            <a:r>
              <a:rPr sz="2025" b="1">
                <a:solidFill>
                  <a:srgbClr val="16242B"/>
                </a:solidFill>
                <a:latin typeface="Arial"/>
                <a:ea typeface="Arial"/>
                <a:cs typeface="Arial"/>
              </a:rPr>
              <a:t>Selected master</a:t>
            </a:r>
          </a:p>
        </p:txBody>
      </p:sp>
      <p:sp>
        <p:nvSpPr>
          <p:cNvPr id="5" name="package-body-0">
            <a:extLst xmlns:a="http://schemas.openxmlformats.org/drawingml/2006/main">
              <a:ext uri="{FF2B5EF4-FFF2-40B4-BE49-F238E27FC236}">
                <a16:creationId xmlns:a16="http://schemas.microsoft.com/office/drawing/2014/main" id="{DBE0B23C-7ADE-4E0B-B32D-819504A2A7D3}"/>
              </a:ext>
            </a:extLst>
          </p:cNvPr>
          <p:cNvSpPr>
            <a:spLocks xmlns:a="http://schemas.openxmlformats.org/drawingml/2006/main" noGrp="1"/>
          </p:cNvSpPr>
          <p:nvPr/>
        </p:nvSpPr>
        <p:spPr>
          <a:xfrm xmlns:a="http://schemas.openxmlformats.org/drawingml/2006/main">
            <a:off x="3333750" y="2819400"/>
            <a:ext cx="7972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526773"/>
                </a:solidFill>
                <a:latin typeface="Arial"/>
                <a:ea typeface="Arial"/>
                <a:cs typeface="Arial"/>
              </a:defRPr>
            </a:defPPr>
            <a:lvl1pPr algn="l">
              <a:defRPr sz="1950" b="0">
                <a:solidFill>
                  <a:srgbClr val="526773"/>
                </a:solidFill>
                <a:latin typeface="Arial"/>
                <a:ea typeface="Arial"/>
                <a:cs typeface="Arial"/>
              </a:defRPr>
            </a:lvl1pPr>
            <a:lvl2pPr algn="l">
              <a:defRPr sz="1950" b="0">
                <a:solidFill>
                  <a:srgbClr val="526773"/>
                </a:solidFill>
                <a:latin typeface="Arial"/>
                <a:ea typeface="Arial"/>
                <a:cs typeface="Arial"/>
              </a:defRPr>
            </a:lvl2pPr>
            <a:lvl3pPr algn="l">
              <a:defRPr sz="1950" b="0">
                <a:solidFill>
                  <a:srgbClr val="526773"/>
                </a:solidFill>
                <a:latin typeface="Arial"/>
                <a:ea typeface="Arial"/>
                <a:cs typeface="Arial"/>
              </a:defRPr>
            </a:lvl3pPr>
            <a:lvl4pPr algn="l">
              <a:defRPr sz="1950" b="0">
                <a:solidFill>
                  <a:srgbClr val="526773"/>
                </a:solidFill>
                <a:latin typeface="Arial"/>
                <a:ea typeface="Arial"/>
                <a:cs typeface="Arial"/>
              </a:defRPr>
            </a:lvl4pPr>
            <a:lvl5pPr algn="l">
              <a:defRPr sz="1950" b="0">
                <a:solidFill>
                  <a:srgbClr val="526773"/>
                </a:solidFill>
                <a:latin typeface="Arial"/>
                <a:ea typeface="Arial"/>
                <a:cs typeface="Arial"/>
              </a:defRPr>
            </a:lvl5pPr>
            <a:lvl6pPr algn="l">
              <a:defRPr sz="1950" b="0">
                <a:solidFill>
                  <a:srgbClr val="526773"/>
                </a:solidFill>
                <a:latin typeface="Arial"/>
                <a:ea typeface="Arial"/>
                <a:cs typeface="Arial"/>
              </a:defRPr>
            </a:lvl6pPr>
            <a:lvl7pPr algn="l">
              <a:defRPr sz="1950" b="0">
                <a:solidFill>
                  <a:srgbClr val="526773"/>
                </a:solidFill>
                <a:latin typeface="Arial"/>
                <a:ea typeface="Arial"/>
                <a:cs typeface="Arial"/>
              </a:defRPr>
            </a:lvl7pPr>
            <a:lvl8pPr algn="l">
              <a:defRPr sz="1950" b="0">
                <a:solidFill>
                  <a:srgbClr val="526773"/>
                </a:solidFill>
                <a:latin typeface="Arial"/>
                <a:ea typeface="Arial"/>
                <a:cs typeface="Arial"/>
              </a:defRPr>
            </a:lvl8pPr>
            <a:lvl9pPr algn="l">
              <a:defRPr sz="1950" b="0">
                <a:solidFill>
                  <a:srgbClr val="526773"/>
                </a:solidFill>
                <a:latin typeface="Arial"/>
                <a:ea typeface="Arial"/>
                <a:cs typeface="Arial"/>
              </a:defRPr>
            </a:lvl9pPr>
          </a:lstStyle>
          <a:p xmlns:a="http://schemas.openxmlformats.org/drawingml/2006/main">
            <a:pPr algn="l">
              <a:defRPr sz="1950" b="0">
                <a:solidFill>
                  <a:srgbClr val="526773"/>
                </a:solidFill>
                <a:latin typeface="Arial"/>
                <a:ea typeface="Arial"/>
                <a:cs typeface="Arial"/>
              </a:defRPr>
            </a:pPr>
            <a:r>
              <a:rPr sz="1950" b="0">
                <a:solidFill>
                  <a:srgbClr val="526773"/>
                </a:solidFill>
                <a:latin typeface="Arial"/>
                <a:ea typeface="Arial"/>
                <a:cs typeface="Arial"/>
              </a:rPr>
              <a:t>Finished media, native sources and the editable diagram.</a:t>
            </a:r>
          </a:p>
        </p:txBody>
      </p:sp>
      <p:sp>
        <p:nvSpPr>
          <p:cNvPr id="6" name="package-rule-0">
            <a:extLst xmlns:a="http://schemas.openxmlformats.org/drawingml/2006/main">
              <a:ext uri="{FF2B5EF4-FFF2-40B4-BE49-F238E27FC236}">
                <a16:creationId xmlns:a16="http://schemas.microsoft.com/office/drawing/2014/main" id="{403BC318-6EE6-4409-B106-2CB93D17ED36}"/>
              </a:ext>
            </a:extLst>
          </p:cNvPr>
          <p:cNvSpPr>
            <a:spLocks xmlns:a="http://schemas.openxmlformats.org/drawingml/2006/main" noGrp="1"/>
          </p:cNvSpPr>
          <p:nvPr/>
        </p:nvSpPr>
        <p:spPr>
          <a:xfrm xmlns:a="http://schemas.openxmlformats.org/drawingml/2006/main">
            <a:off x="666750" y="3400425"/>
            <a:ext cx="10610850" cy="0"/>
          </a:xfrm>
          <a:prstGeom xmlns:a="http://schemas.openxmlformats.org/drawingml/2006/main" prst="line">
            <a:avLst/>
          </a:prstGeom>
          <a:noFill xmlns:a="http://schemas.openxmlformats.org/drawingml/2006/main"/>
          <a:ln xmlns:a="http://schemas.openxmlformats.org/drawingml/2006/main" w="14288">
            <a:solidFill>
              <a:srgbClr val="A8BAC5"/>
            </a:solidFill>
            <a:prstDash val="solid"/>
          </a:ln>
        </p:spPr>
      </p:sp>
      <p:sp>
        <p:nvSpPr>
          <p:cNvPr id="7" name="package-label-1">
            <a:extLst xmlns:a="http://schemas.openxmlformats.org/drawingml/2006/main">
              <a:ext uri="{FF2B5EF4-FFF2-40B4-BE49-F238E27FC236}">
                <a16:creationId xmlns:a16="http://schemas.microsoft.com/office/drawing/2014/main" id="{04052116-93C9-420E-BE04-8CA9AE8E0C98}"/>
              </a:ext>
            </a:extLst>
          </p:cNvPr>
          <p:cNvSpPr>
            <a:spLocks xmlns:a="http://schemas.openxmlformats.org/drawingml/2006/main" noGrp="1"/>
          </p:cNvSpPr>
          <p:nvPr/>
        </p:nvSpPr>
        <p:spPr>
          <a:xfrm xmlns:a="http://schemas.openxmlformats.org/drawingml/2006/main">
            <a:off x="666750" y="3514725"/>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1">
                <a:solidFill>
                  <a:srgbClr val="16242B"/>
                </a:solidFill>
                <a:latin typeface="Arial"/>
                <a:ea typeface="Arial"/>
                <a:cs typeface="Arial"/>
              </a:defRPr>
            </a:defPPr>
            <a:lvl1pPr algn="l">
              <a:defRPr sz="2025" b="1">
                <a:solidFill>
                  <a:srgbClr val="16242B"/>
                </a:solidFill>
                <a:latin typeface="Arial"/>
                <a:ea typeface="Arial"/>
                <a:cs typeface="Arial"/>
              </a:defRPr>
            </a:lvl1pPr>
            <a:lvl2pPr algn="l">
              <a:defRPr sz="2025" b="1">
                <a:solidFill>
                  <a:srgbClr val="16242B"/>
                </a:solidFill>
                <a:latin typeface="Arial"/>
                <a:ea typeface="Arial"/>
                <a:cs typeface="Arial"/>
              </a:defRPr>
            </a:lvl2pPr>
            <a:lvl3pPr algn="l">
              <a:defRPr sz="2025" b="1">
                <a:solidFill>
                  <a:srgbClr val="16242B"/>
                </a:solidFill>
                <a:latin typeface="Arial"/>
                <a:ea typeface="Arial"/>
                <a:cs typeface="Arial"/>
              </a:defRPr>
            </a:lvl3pPr>
            <a:lvl4pPr algn="l">
              <a:defRPr sz="2025" b="1">
                <a:solidFill>
                  <a:srgbClr val="16242B"/>
                </a:solidFill>
                <a:latin typeface="Arial"/>
                <a:ea typeface="Arial"/>
                <a:cs typeface="Arial"/>
              </a:defRPr>
            </a:lvl4pPr>
            <a:lvl5pPr algn="l">
              <a:defRPr sz="2025" b="1">
                <a:solidFill>
                  <a:srgbClr val="16242B"/>
                </a:solidFill>
                <a:latin typeface="Arial"/>
                <a:ea typeface="Arial"/>
                <a:cs typeface="Arial"/>
              </a:defRPr>
            </a:lvl5pPr>
            <a:lvl6pPr algn="l">
              <a:defRPr sz="2025" b="1">
                <a:solidFill>
                  <a:srgbClr val="16242B"/>
                </a:solidFill>
                <a:latin typeface="Arial"/>
                <a:ea typeface="Arial"/>
                <a:cs typeface="Arial"/>
              </a:defRPr>
            </a:lvl6pPr>
            <a:lvl7pPr algn="l">
              <a:defRPr sz="2025" b="1">
                <a:solidFill>
                  <a:srgbClr val="16242B"/>
                </a:solidFill>
                <a:latin typeface="Arial"/>
                <a:ea typeface="Arial"/>
                <a:cs typeface="Arial"/>
              </a:defRPr>
            </a:lvl7pPr>
            <a:lvl8pPr algn="l">
              <a:defRPr sz="2025" b="1">
                <a:solidFill>
                  <a:srgbClr val="16242B"/>
                </a:solidFill>
                <a:latin typeface="Arial"/>
                <a:ea typeface="Arial"/>
                <a:cs typeface="Arial"/>
              </a:defRPr>
            </a:lvl8pPr>
            <a:lvl9pPr algn="l">
              <a:defRPr sz="2025" b="1">
                <a:solidFill>
                  <a:srgbClr val="16242B"/>
                </a:solidFill>
                <a:latin typeface="Arial"/>
                <a:ea typeface="Arial"/>
                <a:cs typeface="Arial"/>
              </a:defRPr>
            </a:lvl9pPr>
          </a:lstStyle>
          <a:p xmlns:a="http://schemas.openxmlformats.org/drawingml/2006/main">
            <a:pPr algn="l">
              <a:defRPr sz="2025" b="1">
                <a:solidFill>
                  <a:srgbClr val="16242B"/>
                </a:solidFill>
                <a:latin typeface="Arial"/>
                <a:ea typeface="Arial"/>
                <a:cs typeface="Arial"/>
              </a:defRPr>
            </a:pPr>
            <a:r>
              <a:rPr sz="2025" b="1">
                <a:solidFill>
                  <a:srgbClr val="16242B"/>
                </a:solidFill>
                <a:latin typeface="Arial"/>
                <a:ea typeface="Arial"/>
                <a:cs typeface="Arial"/>
              </a:rPr>
              <a:t>Reproduction</a:t>
            </a:r>
          </a:p>
        </p:txBody>
      </p:sp>
      <p:sp>
        <p:nvSpPr>
          <p:cNvPr id="8" name="package-body-1">
            <a:extLst xmlns:a="http://schemas.openxmlformats.org/drawingml/2006/main">
              <a:ext uri="{FF2B5EF4-FFF2-40B4-BE49-F238E27FC236}">
                <a16:creationId xmlns:a16="http://schemas.microsoft.com/office/drawing/2014/main" id="{53B6CFED-E3B1-4003-83B0-E1313957F38D}"/>
              </a:ext>
            </a:extLst>
          </p:cNvPr>
          <p:cNvSpPr>
            <a:spLocks xmlns:a="http://schemas.openxmlformats.org/drawingml/2006/main" noGrp="1"/>
          </p:cNvSpPr>
          <p:nvPr/>
        </p:nvSpPr>
        <p:spPr>
          <a:xfrm xmlns:a="http://schemas.openxmlformats.org/drawingml/2006/main">
            <a:off x="3333750" y="3514725"/>
            <a:ext cx="7972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526773"/>
                </a:solidFill>
                <a:latin typeface="Arial"/>
                <a:ea typeface="Arial"/>
                <a:cs typeface="Arial"/>
              </a:defRPr>
            </a:defPPr>
            <a:lvl1pPr algn="l">
              <a:defRPr sz="1950" b="0">
                <a:solidFill>
                  <a:srgbClr val="526773"/>
                </a:solidFill>
                <a:latin typeface="Arial"/>
                <a:ea typeface="Arial"/>
                <a:cs typeface="Arial"/>
              </a:defRPr>
            </a:lvl1pPr>
            <a:lvl2pPr algn="l">
              <a:defRPr sz="1950" b="0">
                <a:solidFill>
                  <a:srgbClr val="526773"/>
                </a:solidFill>
                <a:latin typeface="Arial"/>
                <a:ea typeface="Arial"/>
                <a:cs typeface="Arial"/>
              </a:defRPr>
            </a:lvl2pPr>
            <a:lvl3pPr algn="l">
              <a:defRPr sz="1950" b="0">
                <a:solidFill>
                  <a:srgbClr val="526773"/>
                </a:solidFill>
                <a:latin typeface="Arial"/>
                <a:ea typeface="Arial"/>
                <a:cs typeface="Arial"/>
              </a:defRPr>
            </a:lvl3pPr>
            <a:lvl4pPr algn="l">
              <a:defRPr sz="1950" b="0">
                <a:solidFill>
                  <a:srgbClr val="526773"/>
                </a:solidFill>
                <a:latin typeface="Arial"/>
                <a:ea typeface="Arial"/>
                <a:cs typeface="Arial"/>
              </a:defRPr>
            </a:lvl4pPr>
            <a:lvl5pPr algn="l">
              <a:defRPr sz="1950" b="0">
                <a:solidFill>
                  <a:srgbClr val="526773"/>
                </a:solidFill>
                <a:latin typeface="Arial"/>
                <a:ea typeface="Arial"/>
                <a:cs typeface="Arial"/>
              </a:defRPr>
            </a:lvl5pPr>
            <a:lvl6pPr algn="l">
              <a:defRPr sz="1950" b="0">
                <a:solidFill>
                  <a:srgbClr val="526773"/>
                </a:solidFill>
                <a:latin typeface="Arial"/>
                <a:ea typeface="Arial"/>
                <a:cs typeface="Arial"/>
              </a:defRPr>
            </a:lvl6pPr>
            <a:lvl7pPr algn="l">
              <a:defRPr sz="1950" b="0">
                <a:solidFill>
                  <a:srgbClr val="526773"/>
                </a:solidFill>
                <a:latin typeface="Arial"/>
                <a:ea typeface="Arial"/>
                <a:cs typeface="Arial"/>
              </a:defRPr>
            </a:lvl7pPr>
            <a:lvl8pPr algn="l">
              <a:defRPr sz="1950" b="0">
                <a:solidFill>
                  <a:srgbClr val="526773"/>
                </a:solidFill>
                <a:latin typeface="Arial"/>
                <a:ea typeface="Arial"/>
                <a:cs typeface="Arial"/>
              </a:defRPr>
            </a:lvl8pPr>
            <a:lvl9pPr algn="l">
              <a:defRPr sz="1950" b="0">
                <a:solidFill>
                  <a:srgbClr val="526773"/>
                </a:solidFill>
                <a:latin typeface="Arial"/>
                <a:ea typeface="Arial"/>
                <a:cs typeface="Arial"/>
              </a:defRPr>
            </a:lvl9pPr>
          </a:lstStyle>
          <a:p xmlns:a="http://schemas.openxmlformats.org/drawingml/2006/main">
            <a:pPr algn="l">
              <a:defRPr sz="1950" b="0">
                <a:solidFill>
                  <a:srgbClr val="526773"/>
                </a:solidFill>
                <a:latin typeface="Arial"/>
                <a:ea typeface="Arial"/>
                <a:cs typeface="Arial"/>
              </a:defRPr>
            </a:pPr>
            <a:r>
              <a:rPr sz="1950" b="0">
                <a:solidFill>
                  <a:srgbClr val="526773"/>
                </a:solidFill>
                <a:latin typeface="Arial"/>
                <a:ea typeface="Arial"/>
                <a:cs typeface="Arial"/>
              </a:rPr>
              <a:t>Relative paths, dependency notes and explicit configuration.</a:t>
            </a:r>
          </a:p>
        </p:txBody>
      </p:sp>
      <p:sp>
        <p:nvSpPr>
          <p:cNvPr id="9" name="package-rule-1">
            <a:extLst xmlns:a="http://schemas.openxmlformats.org/drawingml/2006/main">
              <a:ext uri="{FF2B5EF4-FFF2-40B4-BE49-F238E27FC236}">
                <a16:creationId xmlns:a16="http://schemas.microsoft.com/office/drawing/2014/main" id="{0B21D089-C9E0-455C-9993-1CED5530E44E}"/>
              </a:ext>
            </a:extLst>
          </p:cNvPr>
          <p:cNvSpPr>
            <a:spLocks xmlns:a="http://schemas.openxmlformats.org/drawingml/2006/main" noGrp="1"/>
          </p:cNvSpPr>
          <p:nvPr/>
        </p:nvSpPr>
        <p:spPr>
          <a:xfrm xmlns:a="http://schemas.openxmlformats.org/drawingml/2006/main">
            <a:off x="666750" y="4095750"/>
            <a:ext cx="10610850" cy="0"/>
          </a:xfrm>
          <a:prstGeom xmlns:a="http://schemas.openxmlformats.org/drawingml/2006/main" prst="line">
            <a:avLst/>
          </a:prstGeom>
          <a:noFill xmlns:a="http://schemas.openxmlformats.org/drawingml/2006/main"/>
          <a:ln xmlns:a="http://schemas.openxmlformats.org/drawingml/2006/main" w="14288">
            <a:solidFill>
              <a:srgbClr val="A8BAC5"/>
            </a:solidFill>
            <a:prstDash val="solid"/>
          </a:ln>
        </p:spPr>
      </p:sp>
      <p:sp>
        <p:nvSpPr>
          <p:cNvPr id="10" name="package-label-2">
            <a:extLst xmlns:a="http://schemas.openxmlformats.org/drawingml/2006/main">
              <a:ext uri="{FF2B5EF4-FFF2-40B4-BE49-F238E27FC236}">
                <a16:creationId xmlns:a16="http://schemas.microsoft.com/office/drawing/2014/main" id="{C5A474BF-E951-4C8F-93DF-E405B1AFE0A1}"/>
              </a:ext>
            </a:extLst>
          </p:cNvPr>
          <p:cNvSpPr>
            <a:spLocks xmlns:a="http://schemas.openxmlformats.org/drawingml/2006/main" noGrp="1"/>
          </p:cNvSpPr>
          <p:nvPr/>
        </p:nvSpPr>
        <p:spPr>
          <a:xfrm xmlns:a="http://schemas.openxmlformats.org/drawingml/2006/main">
            <a:off x="666750" y="42100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1">
                <a:solidFill>
                  <a:srgbClr val="16242B"/>
                </a:solidFill>
                <a:latin typeface="Arial"/>
                <a:ea typeface="Arial"/>
                <a:cs typeface="Arial"/>
              </a:defRPr>
            </a:defPPr>
            <a:lvl1pPr algn="l">
              <a:defRPr sz="2025" b="1">
                <a:solidFill>
                  <a:srgbClr val="16242B"/>
                </a:solidFill>
                <a:latin typeface="Arial"/>
                <a:ea typeface="Arial"/>
                <a:cs typeface="Arial"/>
              </a:defRPr>
            </a:lvl1pPr>
            <a:lvl2pPr algn="l">
              <a:defRPr sz="2025" b="1">
                <a:solidFill>
                  <a:srgbClr val="16242B"/>
                </a:solidFill>
                <a:latin typeface="Arial"/>
                <a:ea typeface="Arial"/>
                <a:cs typeface="Arial"/>
              </a:defRPr>
            </a:lvl2pPr>
            <a:lvl3pPr algn="l">
              <a:defRPr sz="2025" b="1">
                <a:solidFill>
                  <a:srgbClr val="16242B"/>
                </a:solidFill>
                <a:latin typeface="Arial"/>
                <a:ea typeface="Arial"/>
                <a:cs typeface="Arial"/>
              </a:defRPr>
            </a:lvl3pPr>
            <a:lvl4pPr algn="l">
              <a:defRPr sz="2025" b="1">
                <a:solidFill>
                  <a:srgbClr val="16242B"/>
                </a:solidFill>
                <a:latin typeface="Arial"/>
                <a:ea typeface="Arial"/>
                <a:cs typeface="Arial"/>
              </a:defRPr>
            </a:lvl4pPr>
            <a:lvl5pPr algn="l">
              <a:defRPr sz="2025" b="1">
                <a:solidFill>
                  <a:srgbClr val="16242B"/>
                </a:solidFill>
                <a:latin typeface="Arial"/>
                <a:ea typeface="Arial"/>
                <a:cs typeface="Arial"/>
              </a:defRPr>
            </a:lvl5pPr>
            <a:lvl6pPr algn="l">
              <a:defRPr sz="2025" b="1">
                <a:solidFill>
                  <a:srgbClr val="16242B"/>
                </a:solidFill>
                <a:latin typeface="Arial"/>
                <a:ea typeface="Arial"/>
                <a:cs typeface="Arial"/>
              </a:defRPr>
            </a:lvl6pPr>
            <a:lvl7pPr algn="l">
              <a:defRPr sz="2025" b="1">
                <a:solidFill>
                  <a:srgbClr val="16242B"/>
                </a:solidFill>
                <a:latin typeface="Arial"/>
                <a:ea typeface="Arial"/>
                <a:cs typeface="Arial"/>
              </a:defRPr>
            </a:lvl7pPr>
            <a:lvl8pPr algn="l">
              <a:defRPr sz="2025" b="1">
                <a:solidFill>
                  <a:srgbClr val="16242B"/>
                </a:solidFill>
                <a:latin typeface="Arial"/>
                <a:ea typeface="Arial"/>
                <a:cs typeface="Arial"/>
              </a:defRPr>
            </a:lvl8pPr>
            <a:lvl9pPr algn="l">
              <a:defRPr sz="2025" b="1">
                <a:solidFill>
                  <a:srgbClr val="16242B"/>
                </a:solidFill>
                <a:latin typeface="Arial"/>
                <a:ea typeface="Arial"/>
                <a:cs typeface="Arial"/>
              </a:defRPr>
            </a:lvl9pPr>
          </a:lstStyle>
          <a:p xmlns:a="http://schemas.openxmlformats.org/drawingml/2006/main">
            <a:pPr algn="l">
              <a:defRPr sz="2025" b="1">
                <a:solidFill>
                  <a:srgbClr val="16242B"/>
                </a:solidFill>
                <a:latin typeface="Arial"/>
                <a:ea typeface="Arial"/>
                <a:cs typeface="Arial"/>
              </a:defRPr>
            </a:pPr>
            <a:r>
              <a:rPr sz="2025" b="1">
                <a:solidFill>
                  <a:srgbClr val="16242B"/>
                </a:solidFill>
                <a:latin typeface="Arial"/>
                <a:ea typeface="Arial"/>
                <a:cs typeface="Arial"/>
              </a:rPr>
              <a:t>Recovery</a:t>
            </a:r>
          </a:p>
        </p:txBody>
      </p:sp>
      <p:sp>
        <p:nvSpPr>
          <p:cNvPr id="11" name="package-body-2">
            <a:extLst xmlns:a="http://schemas.openxmlformats.org/drawingml/2006/main">
              <a:ext uri="{FF2B5EF4-FFF2-40B4-BE49-F238E27FC236}">
                <a16:creationId xmlns:a16="http://schemas.microsoft.com/office/drawing/2014/main" id="{E68F89E2-A595-409A-900C-BAED7D7923E7}"/>
              </a:ext>
            </a:extLst>
          </p:cNvPr>
          <p:cNvSpPr>
            <a:spLocks xmlns:a="http://schemas.openxmlformats.org/drawingml/2006/main" noGrp="1"/>
          </p:cNvSpPr>
          <p:nvPr/>
        </p:nvSpPr>
        <p:spPr>
          <a:xfrm xmlns:a="http://schemas.openxmlformats.org/drawingml/2006/main">
            <a:off x="3333750" y="4210050"/>
            <a:ext cx="7972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526773"/>
                </a:solidFill>
                <a:latin typeface="Arial"/>
                <a:ea typeface="Arial"/>
                <a:cs typeface="Arial"/>
              </a:defRPr>
            </a:defPPr>
            <a:lvl1pPr algn="l">
              <a:defRPr sz="1950" b="0">
                <a:solidFill>
                  <a:srgbClr val="526773"/>
                </a:solidFill>
                <a:latin typeface="Arial"/>
                <a:ea typeface="Arial"/>
                <a:cs typeface="Arial"/>
              </a:defRPr>
            </a:lvl1pPr>
            <a:lvl2pPr algn="l">
              <a:defRPr sz="1950" b="0">
                <a:solidFill>
                  <a:srgbClr val="526773"/>
                </a:solidFill>
                <a:latin typeface="Arial"/>
                <a:ea typeface="Arial"/>
                <a:cs typeface="Arial"/>
              </a:defRPr>
            </a:lvl2pPr>
            <a:lvl3pPr algn="l">
              <a:defRPr sz="1950" b="0">
                <a:solidFill>
                  <a:srgbClr val="526773"/>
                </a:solidFill>
                <a:latin typeface="Arial"/>
                <a:ea typeface="Arial"/>
                <a:cs typeface="Arial"/>
              </a:defRPr>
            </a:lvl3pPr>
            <a:lvl4pPr algn="l">
              <a:defRPr sz="1950" b="0">
                <a:solidFill>
                  <a:srgbClr val="526773"/>
                </a:solidFill>
                <a:latin typeface="Arial"/>
                <a:ea typeface="Arial"/>
                <a:cs typeface="Arial"/>
              </a:defRPr>
            </a:lvl4pPr>
            <a:lvl5pPr algn="l">
              <a:defRPr sz="1950" b="0">
                <a:solidFill>
                  <a:srgbClr val="526773"/>
                </a:solidFill>
                <a:latin typeface="Arial"/>
                <a:ea typeface="Arial"/>
                <a:cs typeface="Arial"/>
              </a:defRPr>
            </a:lvl5pPr>
            <a:lvl6pPr algn="l">
              <a:defRPr sz="1950" b="0">
                <a:solidFill>
                  <a:srgbClr val="526773"/>
                </a:solidFill>
                <a:latin typeface="Arial"/>
                <a:ea typeface="Arial"/>
                <a:cs typeface="Arial"/>
              </a:defRPr>
            </a:lvl6pPr>
            <a:lvl7pPr algn="l">
              <a:defRPr sz="1950" b="0">
                <a:solidFill>
                  <a:srgbClr val="526773"/>
                </a:solidFill>
                <a:latin typeface="Arial"/>
                <a:ea typeface="Arial"/>
                <a:cs typeface="Arial"/>
              </a:defRPr>
            </a:lvl7pPr>
            <a:lvl8pPr algn="l">
              <a:defRPr sz="1950" b="0">
                <a:solidFill>
                  <a:srgbClr val="526773"/>
                </a:solidFill>
                <a:latin typeface="Arial"/>
                <a:ea typeface="Arial"/>
                <a:cs typeface="Arial"/>
              </a:defRPr>
            </a:lvl8pPr>
            <a:lvl9pPr algn="l">
              <a:defRPr sz="1950" b="0">
                <a:solidFill>
                  <a:srgbClr val="526773"/>
                </a:solidFill>
                <a:latin typeface="Arial"/>
                <a:ea typeface="Arial"/>
                <a:cs typeface="Arial"/>
              </a:defRPr>
            </a:lvl9pPr>
          </a:lstStyle>
          <a:p xmlns:a="http://schemas.openxmlformats.org/drawingml/2006/main">
            <a:pPr algn="l">
              <a:defRPr sz="1950" b="0">
                <a:solidFill>
                  <a:srgbClr val="526773"/>
                </a:solidFill>
                <a:latin typeface="Arial"/>
                <a:ea typeface="Arial"/>
                <a:cs typeface="Arial"/>
              </a:defRPr>
            </a:pPr>
            <a:r>
              <a:rPr sz="1950" b="0">
                <a:solidFill>
                  <a:srgbClr val="526773"/>
                </a:solidFill>
                <a:latin typeface="Arial"/>
                <a:ea typeface="Arial"/>
                <a:cs typeface="Arial"/>
              </a:rPr>
              <a:t>Keep the last valid render until its replacement succeeds.</a:t>
            </a:r>
          </a:p>
        </p:txBody>
      </p:sp>
      <p:sp>
        <p:nvSpPr>
          <p:cNvPr id="12" name="package-rule-2">
            <a:extLst xmlns:a="http://schemas.openxmlformats.org/drawingml/2006/main">
              <a:ext uri="{FF2B5EF4-FFF2-40B4-BE49-F238E27FC236}">
                <a16:creationId xmlns:a16="http://schemas.microsoft.com/office/drawing/2014/main" id="{CB85A2AF-806B-4A69-B81F-8C6932568601}"/>
              </a:ext>
            </a:extLst>
          </p:cNvPr>
          <p:cNvSpPr>
            <a:spLocks xmlns:a="http://schemas.openxmlformats.org/drawingml/2006/main" noGrp="1"/>
          </p:cNvSpPr>
          <p:nvPr/>
        </p:nvSpPr>
        <p:spPr>
          <a:xfrm xmlns:a="http://schemas.openxmlformats.org/drawingml/2006/main">
            <a:off x="666750" y="4791075"/>
            <a:ext cx="10610850" cy="0"/>
          </a:xfrm>
          <a:prstGeom xmlns:a="http://schemas.openxmlformats.org/drawingml/2006/main" prst="line">
            <a:avLst/>
          </a:prstGeom>
          <a:noFill xmlns:a="http://schemas.openxmlformats.org/drawingml/2006/main"/>
          <a:ln xmlns:a="http://schemas.openxmlformats.org/drawingml/2006/main" w="14288">
            <a:solidFill>
              <a:srgbClr val="A8BAC5"/>
            </a:solidFill>
            <a:prstDash val="solid"/>
          </a:ln>
        </p:spPr>
      </p:sp>
      <p:sp>
        <p:nvSpPr>
          <p:cNvPr id="13" name="package-label-3">
            <a:extLst xmlns:a="http://schemas.openxmlformats.org/drawingml/2006/main">
              <a:ext uri="{FF2B5EF4-FFF2-40B4-BE49-F238E27FC236}">
                <a16:creationId xmlns:a16="http://schemas.microsoft.com/office/drawing/2014/main" id="{F865C6F1-67D2-4E6C-B622-1D8F54AF598A}"/>
              </a:ext>
            </a:extLst>
          </p:cNvPr>
          <p:cNvSpPr>
            <a:spLocks xmlns:a="http://schemas.openxmlformats.org/drawingml/2006/main" noGrp="1"/>
          </p:cNvSpPr>
          <p:nvPr/>
        </p:nvSpPr>
        <p:spPr>
          <a:xfrm xmlns:a="http://schemas.openxmlformats.org/drawingml/2006/main">
            <a:off x="666750" y="4905375"/>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025" b="1">
                <a:solidFill>
                  <a:srgbClr val="16242B"/>
                </a:solidFill>
                <a:latin typeface="Arial"/>
                <a:ea typeface="Arial"/>
                <a:cs typeface="Arial"/>
              </a:defRPr>
            </a:defPPr>
            <a:lvl1pPr algn="l">
              <a:defRPr sz="2025" b="1">
                <a:solidFill>
                  <a:srgbClr val="16242B"/>
                </a:solidFill>
                <a:latin typeface="Arial"/>
                <a:ea typeface="Arial"/>
                <a:cs typeface="Arial"/>
              </a:defRPr>
            </a:lvl1pPr>
            <a:lvl2pPr algn="l">
              <a:defRPr sz="2025" b="1">
                <a:solidFill>
                  <a:srgbClr val="16242B"/>
                </a:solidFill>
                <a:latin typeface="Arial"/>
                <a:ea typeface="Arial"/>
                <a:cs typeface="Arial"/>
              </a:defRPr>
            </a:lvl2pPr>
            <a:lvl3pPr algn="l">
              <a:defRPr sz="2025" b="1">
                <a:solidFill>
                  <a:srgbClr val="16242B"/>
                </a:solidFill>
                <a:latin typeface="Arial"/>
                <a:ea typeface="Arial"/>
                <a:cs typeface="Arial"/>
              </a:defRPr>
            </a:lvl3pPr>
            <a:lvl4pPr algn="l">
              <a:defRPr sz="2025" b="1">
                <a:solidFill>
                  <a:srgbClr val="16242B"/>
                </a:solidFill>
                <a:latin typeface="Arial"/>
                <a:ea typeface="Arial"/>
                <a:cs typeface="Arial"/>
              </a:defRPr>
            </a:lvl4pPr>
            <a:lvl5pPr algn="l">
              <a:defRPr sz="2025" b="1">
                <a:solidFill>
                  <a:srgbClr val="16242B"/>
                </a:solidFill>
                <a:latin typeface="Arial"/>
                <a:ea typeface="Arial"/>
                <a:cs typeface="Arial"/>
              </a:defRPr>
            </a:lvl5pPr>
            <a:lvl6pPr algn="l">
              <a:defRPr sz="2025" b="1">
                <a:solidFill>
                  <a:srgbClr val="16242B"/>
                </a:solidFill>
                <a:latin typeface="Arial"/>
                <a:ea typeface="Arial"/>
                <a:cs typeface="Arial"/>
              </a:defRPr>
            </a:lvl6pPr>
            <a:lvl7pPr algn="l">
              <a:defRPr sz="2025" b="1">
                <a:solidFill>
                  <a:srgbClr val="16242B"/>
                </a:solidFill>
                <a:latin typeface="Arial"/>
                <a:ea typeface="Arial"/>
                <a:cs typeface="Arial"/>
              </a:defRPr>
            </a:lvl7pPr>
            <a:lvl8pPr algn="l">
              <a:defRPr sz="2025" b="1">
                <a:solidFill>
                  <a:srgbClr val="16242B"/>
                </a:solidFill>
                <a:latin typeface="Arial"/>
                <a:ea typeface="Arial"/>
                <a:cs typeface="Arial"/>
              </a:defRPr>
            </a:lvl8pPr>
            <a:lvl9pPr algn="l">
              <a:defRPr sz="2025" b="1">
                <a:solidFill>
                  <a:srgbClr val="16242B"/>
                </a:solidFill>
                <a:latin typeface="Arial"/>
                <a:ea typeface="Arial"/>
                <a:cs typeface="Arial"/>
              </a:defRPr>
            </a:lvl9pPr>
          </a:lstStyle>
          <a:p xmlns:a="http://schemas.openxmlformats.org/drawingml/2006/main">
            <a:pPr algn="l">
              <a:defRPr sz="2025" b="1">
                <a:solidFill>
                  <a:srgbClr val="16242B"/>
                </a:solidFill>
                <a:latin typeface="Arial"/>
                <a:ea typeface="Arial"/>
                <a:cs typeface="Arial"/>
              </a:defRPr>
            </a:pPr>
            <a:r>
              <a:rPr sz="2025" b="1">
                <a:solidFill>
                  <a:srgbClr val="16242B"/>
                </a:solidFill>
                <a:latin typeface="Arial"/>
                <a:ea typeface="Arial"/>
                <a:cs typeface="Arial"/>
              </a:rPr>
              <a:t>Evidence</a:t>
            </a:r>
          </a:p>
        </p:txBody>
      </p:sp>
      <p:sp>
        <p:nvSpPr>
          <p:cNvPr id="14" name="package-body-3">
            <a:extLst xmlns:a="http://schemas.openxmlformats.org/drawingml/2006/main">
              <a:ext uri="{FF2B5EF4-FFF2-40B4-BE49-F238E27FC236}">
                <a16:creationId xmlns:a16="http://schemas.microsoft.com/office/drawing/2014/main" id="{027C68BF-D7E6-4690-8ACC-AA8E953B4BFB}"/>
              </a:ext>
            </a:extLst>
          </p:cNvPr>
          <p:cNvSpPr>
            <a:spLocks xmlns:a="http://schemas.openxmlformats.org/drawingml/2006/main" noGrp="1"/>
          </p:cNvSpPr>
          <p:nvPr/>
        </p:nvSpPr>
        <p:spPr>
          <a:xfrm xmlns:a="http://schemas.openxmlformats.org/drawingml/2006/main">
            <a:off x="3333750" y="4905375"/>
            <a:ext cx="7972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526773"/>
                </a:solidFill>
                <a:latin typeface="Arial"/>
                <a:ea typeface="Arial"/>
                <a:cs typeface="Arial"/>
              </a:defRPr>
            </a:defPPr>
            <a:lvl1pPr algn="l">
              <a:defRPr sz="1950" b="0">
                <a:solidFill>
                  <a:srgbClr val="526773"/>
                </a:solidFill>
                <a:latin typeface="Arial"/>
                <a:ea typeface="Arial"/>
                <a:cs typeface="Arial"/>
              </a:defRPr>
            </a:lvl1pPr>
            <a:lvl2pPr algn="l">
              <a:defRPr sz="1950" b="0">
                <a:solidFill>
                  <a:srgbClr val="526773"/>
                </a:solidFill>
                <a:latin typeface="Arial"/>
                <a:ea typeface="Arial"/>
                <a:cs typeface="Arial"/>
              </a:defRPr>
            </a:lvl2pPr>
            <a:lvl3pPr algn="l">
              <a:defRPr sz="1950" b="0">
                <a:solidFill>
                  <a:srgbClr val="526773"/>
                </a:solidFill>
                <a:latin typeface="Arial"/>
                <a:ea typeface="Arial"/>
                <a:cs typeface="Arial"/>
              </a:defRPr>
            </a:lvl3pPr>
            <a:lvl4pPr algn="l">
              <a:defRPr sz="1950" b="0">
                <a:solidFill>
                  <a:srgbClr val="526773"/>
                </a:solidFill>
                <a:latin typeface="Arial"/>
                <a:ea typeface="Arial"/>
                <a:cs typeface="Arial"/>
              </a:defRPr>
            </a:lvl4pPr>
            <a:lvl5pPr algn="l">
              <a:defRPr sz="1950" b="0">
                <a:solidFill>
                  <a:srgbClr val="526773"/>
                </a:solidFill>
                <a:latin typeface="Arial"/>
                <a:ea typeface="Arial"/>
                <a:cs typeface="Arial"/>
              </a:defRPr>
            </a:lvl5pPr>
            <a:lvl6pPr algn="l">
              <a:defRPr sz="1950" b="0">
                <a:solidFill>
                  <a:srgbClr val="526773"/>
                </a:solidFill>
                <a:latin typeface="Arial"/>
                <a:ea typeface="Arial"/>
                <a:cs typeface="Arial"/>
              </a:defRPr>
            </a:lvl6pPr>
            <a:lvl7pPr algn="l">
              <a:defRPr sz="1950" b="0">
                <a:solidFill>
                  <a:srgbClr val="526773"/>
                </a:solidFill>
                <a:latin typeface="Arial"/>
                <a:ea typeface="Arial"/>
                <a:cs typeface="Arial"/>
              </a:defRPr>
            </a:lvl7pPr>
            <a:lvl8pPr algn="l">
              <a:defRPr sz="1950" b="0">
                <a:solidFill>
                  <a:srgbClr val="526773"/>
                </a:solidFill>
                <a:latin typeface="Arial"/>
                <a:ea typeface="Arial"/>
                <a:cs typeface="Arial"/>
              </a:defRPr>
            </a:lvl8pPr>
            <a:lvl9pPr algn="l">
              <a:defRPr sz="1950" b="0">
                <a:solidFill>
                  <a:srgbClr val="526773"/>
                </a:solidFill>
                <a:latin typeface="Arial"/>
                <a:ea typeface="Arial"/>
                <a:cs typeface="Arial"/>
              </a:defRPr>
            </a:lvl9pPr>
          </a:lstStyle>
          <a:p xmlns:a="http://schemas.openxmlformats.org/drawingml/2006/main">
            <a:pPr algn="l">
              <a:defRPr sz="1950" b="0">
                <a:solidFill>
                  <a:srgbClr val="526773"/>
                </a:solidFill>
                <a:latin typeface="Arial"/>
                <a:ea typeface="Arial"/>
                <a:cs typeface="Arial"/>
              </a:defRPr>
            </a:pPr>
            <a:r>
              <a:rPr sz="1950" b="0">
                <a:solidFill>
                  <a:srgbClr val="526773"/>
                </a:solidFill>
                <a:latin typeface="Arial"/>
                <a:ea typeface="Arial"/>
                <a:cs typeface="Arial"/>
              </a:rPr>
              <a:t>State what was checked and where uncertainty remains.</a:t>
            </a:r>
          </a:p>
        </p:txBody>
      </p:sp>
    </p:spTree>
    <p:extLst>
      <p:ext uri="{BB962C8B-B14F-4D97-AF65-F5344CB8AC3E}">
        <p14:creationId xmlns:p14="http://schemas.microsoft.com/office/powerpoint/2010/main" val="225114935"/>
      </p:ext>
    </p:extLst>
  </p:cSld>
</p:sld>
</file>

<file path=ppt/slides/slide8.xml><?xml version="1.0" encoding="utf-8"?>
<p:sld xmlns:p="http://schemas.openxmlformats.org/presentationml/2006/main">
  <p:cSld>
    <p:bg>
      <p:bgPr>
        <a:solidFill xmlns:a="http://schemas.openxmlformats.org/drawingml/2006/main">
          <a:srgbClr val="16242B"/>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0F4246B-D5F0-4838-B70D-3F2165328F3E}"/>
              </a:ext>
            </a:extLst>
          </p:cNvPr>
          <p:cNvSpPr>
            <a:spLocks xmlns:a="http://schemas.openxmlformats.org/drawingml/2006/main" noGrp="1"/>
          </p:cNvSpPr>
          <p:nvPr/>
        </p:nvSpPr>
        <p:spPr>
          <a:xfrm xmlns:a="http://schemas.openxmlformats.org/drawingml/2006/main">
            <a:off x="628650" y="447675"/>
            <a:ext cx="10934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450" b="1">
                <a:solidFill>
                  <a:srgbClr val="F4F7FA"/>
                </a:solidFill>
                <a:latin typeface="Arial"/>
                <a:ea typeface="Arial"/>
                <a:cs typeface="Arial"/>
              </a:defRPr>
            </a:defPPr>
            <a:lvl1pPr algn="l">
              <a:defRPr sz="3450" b="1">
                <a:solidFill>
                  <a:srgbClr val="F4F7FA"/>
                </a:solidFill>
                <a:latin typeface="Arial"/>
                <a:ea typeface="Arial"/>
                <a:cs typeface="Arial"/>
              </a:defRPr>
            </a:lvl1pPr>
            <a:lvl2pPr algn="l">
              <a:defRPr sz="3450" b="1">
                <a:solidFill>
                  <a:srgbClr val="F4F7FA"/>
                </a:solidFill>
                <a:latin typeface="Arial"/>
                <a:ea typeface="Arial"/>
                <a:cs typeface="Arial"/>
              </a:defRPr>
            </a:lvl2pPr>
            <a:lvl3pPr algn="l">
              <a:defRPr sz="3450" b="1">
                <a:solidFill>
                  <a:srgbClr val="F4F7FA"/>
                </a:solidFill>
                <a:latin typeface="Arial"/>
                <a:ea typeface="Arial"/>
                <a:cs typeface="Arial"/>
              </a:defRPr>
            </a:lvl3pPr>
            <a:lvl4pPr algn="l">
              <a:defRPr sz="3450" b="1">
                <a:solidFill>
                  <a:srgbClr val="F4F7FA"/>
                </a:solidFill>
                <a:latin typeface="Arial"/>
                <a:ea typeface="Arial"/>
                <a:cs typeface="Arial"/>
              </a:defRPr>
            </a:lvl4pPr>
            <a:lvl5pPr algn="l">
              <a:defRPr sz="3450" b="1">
                <a:solidFill>
                  <a:srgbClr val="F4F7FA"/>
                </a:solidFill>
                <a:latin typeface="Arial"/>
                <a:ea typeface="Arial"/>
                <a:cs typeface="Arial"/>
              </a:defRPr>
            </a:lvl5pPr>
            <a:lvl6pPr algn="l">
              <a:defRPr sz="3450" b="1">
                <a:solidFill>
                  <a:srgbClr val="F4F7FA"/>
                </a:solidFill>
                <a:latin typeface="Arial"/>
                <a:ea typeface="Arial"/>
                <a:cs typeface="Arial"/>
              </a:defRPr>
            </a:lvl6pPr>
            <a:lvl7pPr algn="l">
              <a:defRPr sz="3450" b="1">
                <a:solidFill>
                  <a:srgbClr val="F4F7FA"/>
                </a:solidFill>
                <a:latin typeface="Arial"/>
                <a:ea typeface="Arial"/>
                <a:cs typeface="Arial"/>
              </a:defRPr>
            </a:lvl7pPr>
            <a:lvl8pPr algn="l">
              <a:defRPr sz="3450" b="1">
                <a:solidFill>
                  <a:srgbClr val="F4F7FA"/>
                </a:solidFill>
                <a:latin typeface="Arial"/>
                <a:ea typeface="Arial"/>
                <a:cs typeface="Arial"/>
              </a:defRPr>
            </a:lvl8pPr>
            <a:lvl9pPr algn="l">
              <a:defRPr sz="3450" b="1">
                <a:solidFill>
                  <a:srgbClr val="F4F7FA"/>
                </a:solidFill>
                <a:latin typeface="Arial"/>
                <a:ea typeface="Arial"/>
                <a:cs typeface="Arial"/>
              </a:defRPr>
            </a:lvl9pPr>
          </a:lstStyle>
          <a:p xmlns:a="http://schemas.openxmlformats.org/drawingml/2006/main">
            <a:pPr algn="l">
              <a:defRPr sz="3450" b="1">
                <a:solidFill>
                  <a:srgbClr val="F4F7FA"/>
                </a:solidFill>
                <a:latin typeface="Arial"/>
                <a:ea typeface="Arial"/>
                <a:cs typeface="Arial"/>
              </a:defRPr>
            </a:pPr>
            <a:r>
              <a:rPr sz="3450" b="1">
                <a:solidFill>
                  <a:srgbClr val="F4F7FA"/>
                </a:solidFill>
                <a:latin typeface="Arial"/>
                <a:ea typeface="Arial"/>
                <a:cs typeface="Arial"/>
              </a:rPr>
              <a:t>Using the skill</a:t>
            </a:r>
          </a:p>
        </p:txBody>
      </p:sp>
      <p:sp>
        <p:nvSpPr>
          <p:cNvPr id="2" name="page">
            <a:extLst xmlns:a="http://schemas.openxmlformats.org/drawingml/2006/main">
              <a:ext uri="{FF2B5EF4-FFF2-40B4-BE49-F238E27FC236}">
                <a16:creationId xmlns:a16="http://schemas.microsoft.com/office/drawing/2014/main" id="{0A1B6058-968F-49B2-B7CB-E0170A872F2B}"/>
              </a:ext>
            </a:extLst>
          </p:cNvPr>
          <p:cNvSpPr>
            <a:spLocks xmlns:a="http://schemas.openxmlformats.org/drawingml/2006/main" noGrp="1"/>
          </p:cNvSpPr>
          <p:nvPr/>
        </p:nvSpPr>
        <p:spPr>
          <a:xfrm xmlns:a="http://schemas.openxmlformats.org/drawingml/2006/main">
            <a:off x="11049000" y="61626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0">
                <a:solidFill>
                  <a:srgbClr val="DCEEEF"/>
                </a:solidFill>
                <a:latin typeface="Arial"/>
                <a:ea typeface="Arial"/>
                <a:cs typeface="Arial"/>
              </a:defRPr>
            </a:defPPr>
            <a:lvl1pPr algn="l">
              <a:defRPr sz="1275" b="0">
                <a:solidFill>
                  <a:srgbClr val="DCEEEF"/>
                </a:solidFill>
                <a:latin typeface="Arial"/>
                <a:ea typeface="Arial"/>
                <a:cs typeface="Arial"/>
              </a:defRPr>
            </a:lvl1pPr>
            <a:lvl2pPr algn="l">
              <a:defRPr sz="1275" b="0">
                <a:solidFill>
                  <a:srgbClr val="DCEEEF"/>
                </a:solidFill>
                <a:latin typeface="Arial"/>
                <a:ea typeface="Arial"/>
                <a:cs typeface="Arial"/>
              </a:defRPr>
            </a:lvl2pPr>
            <a:lvl3pPr algn="l">
              <a:defRPr sz="1275" b="0">
                <a:solidFill>
                  <a:srgbClr val="DCEEEF"/>
                </a:solidFill>
                <a:latin typeface="Arial"/>
                <a:ea typeface="Arial"/>
                <a:cs typeface="Arial"/>
              </a:defRPr>
            </a:lvl3pPr>
            <a:lvl4pPr algn="l">
              <a:defRPr sz="1275" b="0">
                <a:solidFill>
                  <a:srgbClr val="DCEEEF"/>
                </a:solidFill>
                <a:latin typeface="Arial"/>
                <a:ea typeface="Arial"/>
                <a:cs typeface="Arial"/>
              </a:defRPr>
            </a:lvl4pPr>
            <a:lvl5pPr algn="l">
              <a:defRPr sz="1275" b="0">
                <a:solidFill>
                  <a:srgbClr val="DCEEEF"/>
                </a:solidFill>
                <a:latin typeface="Arial"/>
                <a:ea typeface="Arial"/>
                <a:cs typeface="Arial"/>
              </a:defRPr>
            </a:lvl5pPr>
            <a:lvl6pPr algn="l">
              <a:defRPr sz="1275" b="0">
                <a:solidFill>
                  <a:srgbClr val="DCEEEF"/>
                </a:solidFill>
                <a:latin typeface="Arial"/>
                <a:ea typeface="Arial"/>
                <a:cs typeface="Arial"/>
              </a:defRPr>
            </a:lvl6pPr>
            <a:lvl7pPr algn="l">
              <a:defRPr sz="1275" b="0">
                <a:solidFill>
                  <a:srgbClr val="DCEEEF"/>
                </a:solidFill>
                <a:latin typeface="Arial"/>
                <a:ea typeface="Arial"/>
                <a:cs typeface="Arial"/>
              </a:defRPr>
            </a:lvl7pPr>
            <a:lvl8pPr algn="l">
              <a:defRPr sz="1275" b="0">
                <a:solidFill>
                  <a:srgbClr val="DCEEEF"/>
                </a:solidFill>
                <a:latin typeface="Arial"/>
                <a:ea typeface="Arial"/>
                <a:cs typeface="Arial"/>
              </a:defRPr>
            </a:lvl8pPr>
            <a:lvl9pPr algn="l">
              <a:defRPr sz="1275" b="0">
                <a:solidFill>
                  <a:srgbClr val="DCEEEF"/>
                </a:solidFill>
                <a:latin typeface="Arial"/>
                <a:ea typeface="Arial"/>
                <a:cs typeface="Arial"/>
              </a:defRPr>
            </a:lvl9pPr>
          </a:lstStyle>
          <a:p xmlns:a="http://schemas.openxmlformats.org/drawingml/2006/main">
            <a:pPr algn="l">
              <a:defRPr sz="1275" b="0">
                <a:solidFill>
                  <a:srgbClr val="DCEEEF"/>
                </a:solidFill>
                <a:latin typeface="Arial"/>
                <a:ea typeface="Arial"/>
                <a:cs typeface="Arial"/>
              </a:defRPr>
            </a:pPr>
            <a:r>
              <a:rPr sz="1275" b="0">
                <a:solidFill>
                  <a:srgbClr val="DCEEEF"/>
                </a:solidFill>
                <a:latin typeface="Arial"/>
                <a:ea typeface="Arial"/>
                <a:cs typeface="Arial"/>
              </a:rPr>
              <a:t>08</a:t>
            </a:r>
          </a:p>
        </p:txBody>
      </p:sp>
      <p:sp>
        <p:nvSpPr>
          <p:cNvPr id="3" name="prompt">
            <a:extLst xmlns:a="http://schemas.openxmlformats.org/drawingml/2006/main">
              <a:ext uri="{FF2B5EF4-FFF2-40B4-BE49-F238E27FC236}">
                <a16:creationId xmlns:a16="http://schemas.microsoft.com/office/drawing/2014/main" id="{DDB9C71A-2064-4B52-84A8-C433B9E20C29}"/>
              </a:ext>
            </a:extLst>
          </p:cNvPr>
          <p:cNvSpPr>
            <a:spLocks xmlns:a="http://schemas.openxmlformats.org/drawingml/2006/main" noGrp="1"/>
          </p:cNvSpPr>
          <p:nvPr/>
        </p:nvSpPr>
        <p:spPr>
          <a:xfrm xmlns:a="http://schemas.openxmlformats.org/drawingml/2006/main">
            <a:off x="666750" y="1571625"/>
            <a:ext cx="10763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550" b="1">
                <a:solidFill>
                  <a:srgbClr val="F4F7FA"/>
                </a:solidFill>
                <a:latin typeface="Arial"/>
                <a:ea typeface="Arial"/>
                <a:cs typeface="Arial"/>
              </a:defRPr>
            </a:defPPr>
            <a:lvl1pPr algn="l">
              <a:defRPr sz="2550" b="1">
                <a:solidFill>
                  <a:srgbClr val="F4F7FA"/>
                </a:solidFill>
                <a:latin typeface="Arial"/>
                <a:ea typeface="Arial"/>
                <a:cs typeface="Arial"/>
              </a:defRPr>
            </a:lvl1pPr>
            <a:lvl2pPr algn="l">
              <a:defRPr sz="2550" b="1">
                <a:solidFill>
                  <a:srgbClr val="F4F7FA"/>
                </a:solidFill>
                <a:latin typeface="Arial"/>
                <a:ea typeface="Arial"/>
                <a:cs typeface="Arial"/>
              </a:defRPr>
            </a:lvl2pPr>
            <a:lvl3pPr algn="l">
              <a:defRPr sz="2550" b="1">
                <a:solidFill>
                  <a:srgbClr val="F4F7FA"/>
                </a:solidFill>
                <a:latin typeface="Arial"/>
                <a:ea typeface="Arial"/>
                <a:cs typeface="Arial"/>
              </a:defRPr>
            </a:lvl3pPr>
            <a:lvl4pPr algn="l">
              <a:defRPr sz="2550" b="1">
                <a:solidFill>
                  <a:srgbClr val="F4F7FA"/>
                </a:solidFill>
                <a:latin typeface="Arial"/>
                <a:ea typeface="Arial"/>
                <a:cs typeface="Arial"/>
              </a:defRPr>
            </a:lvl4pPr>
            <a:lvl5pPr algn="l">
              <a:defRPr sz="2550" b="1">
                <a:solidFill>
                  <a:srgbClr val="F4F7FA"/>
                </a:solidFill>
                <a:latin typeface="Arial"/>
                <a:ea typeface="Arial"/>
                <a:cs typeface="Arial"/>
              </a:defRPr>
            </a:lvl5pPr>
            <a:lvl6pPr algn="l">
              <a:defRPr sz="2550" b="1">
                <a:solidFill>
                  <a:srgbClr val="F4F7FA"/>
                </a:solidFill>
                <a:latin typeface="Arial"/>
                <a:ea typeface="Arial"/>
                <a:cs typeface="Arial"/>
              </a:defRPr>
            </a:lvl6pPr>
            <a:lvl7pPr algn="l">
              <a:defRPr sz="2550" b="1">
                <a:solidFill>
                  <a:srgbClr val="F4F7FA"/>
                </a:solidFill>
                <a:latin typeface="Arial"/>
                <a:ea typeface="Arial"/>
                <a:cs typeface="Arial"/>
              </a:defRPr>
            </a:lvl7pPr>
            <a:lvl8pPr algn="l">
              <a:defRPr sz="2550" b="1">
                <a:solidFill>
                  <a:srgbClr val="F4F7FA"/>
                </a:solidFill>
                <a:latin typeface="Arial"/>
                <a:ea typeface="Arial"/>
                <a:cs typeface="Arial"/>
              </a:defRPr>
            </a:lvl8pPr>
            <a:lvl9pPr algn="l">
              <a:defRPr sz="2550" b="1">
                <a:solidFill>
                  <a:srgbClr val="F4F7FA"/>
                </a:solidFill>
                <a:latin typeface="Arial"/>
                <a:ea typeface="Arial"/>
                <a:cs typeface="Arial"/>
              </a:defRPr>
            </a:lvl9pPr>
          </a:lstStyle>
          <a:p xmlns:a="http://schemas.openxmlformats.org/drawingml/2006/main">
            <a:pPr algn="l">
              <a:defRPr sz="2550" b="1">
                <a:solidFill>
                  <a:srgbClr val="F4F7FA"/>
                </a:solidFill>
                <a:latin typeface="Arial"/>
                <a:ea typeface="Arial"/>
                <a:cs typeface="Arial"/>
              </a:defRPr>
            </a:pPr>
            <a:r>
              <a:rPr sz="2550" b="1">
                <a:solidFill>
                  <a:srgbClr val="F4F7FA"/>
                </a:solidFill>
                <a:latin typeface="Arial"/>
                <a:ea typeface="Arial"/>
                <a:cs typeface="Arial"/>
              </a:rPr>
              <a:t>“Create a 30-second explainer for first-time users.</a:t>
            </a:r>
          </a:p>
          <a:p xmlns:a="http://schemas.openxmlformats.org/drawingml/2006/main">
            <a:pPr algn="l">
              <a:defRPr sz="2550" b="1">
                <a:solidFill>
                  <a:srgbClr val="F4F7FA"/>
                </a:solidFill>
                <a:latin typeface="Arial"/>
                <a:ea typeface="Arial"/>
                <a:cs typeface="Arial"/>
              </a:defRPr>
            </a:pPr>
            <a:r>
              <a:rPr sz="2550" b="1">
                <a:solidFill>
                  <a:srgbClr val="F4F7FA"/>
                </a:solidFill>
                <a:latin typeface="Arial"/>
                <a:ea typeface="Arial"/>
                <a:cs typeface="Arial"/>
              </a:rPr>
              <a:t>Show the cause before the effect. Keep source files editable.</a:t>
            </a:r>
          </a:p>
          <a:p xmlns:a="http://schemas.openxmlformats.org/drawingml/2006/main">
            <a:pPr algn="l">
              <a:defRPr sz="2550" b="1">
                <a:solidFill>
                  <a:srgbClr val="F4F7FA"/>
                </a:solidFill>
                <a:latin typeface="Arial"/>
                <a:ea typeface="Arial"/>
                <a:cs typeface="Arial"/>
              </a:defRPr>
            </a:pPr>
            <a:r>
              <a:rPr sz="2550" b="1">
                <a:solidFill>
                  <a:srgbClr val="F4F7FA"/>
                </a:solidFill>
                <a:latin typeface="Arial"/>
                <a:ea typeface="Arial"/>
                <a:cs typeface="Arial"/>
              </a:rPr>
              <a:t>Deliver a video, captions and a short verification note.”</a:t>
            </a:r>
          </a:p>
        </p:txBody>
      </p:sp>
      <p:sp>
        <p:nvSpPr>
          <p:cNvPr id="4" name="prompt-explain">
            <a:extLst xmlns:a="http://schemas.openxmlformats.org/drawingml/2006/main">
              <a:ext uri="{FF2B5EF4-FFF2-40B4-BE49-F238E27FC236}">
                <a16:creationId xmlns:a16="http://schemas.microsoft.com/office/drawing/2014/main" id="{EBA9D9E6-F1B0-464D-B073-C4AE7AC13E6C}"/>
              </a:ext>
            </a:extLst>
          </p:cNvPr>
          <p:cNvSpPr>
            <a:spLocks xmlns:a="http://schemas.openxmlformats.org/drawingml/2006/main" noGrp="1"/>
          </p:cNvSpPr>
          <p:nvPr/>
        </p:nvSpPr>
        <p:spPr>
          <a:xfrm xmlns:a="http://schemas.openxmlformats.org/drawingml/2006/main">
            <a:off x="666750" y="3571875"/>
            <a:ext cx="1057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175" b="0">
                <a:solidFill>
                  <a:srgbClr val="DCEEEF"/>
                </a:solidFill>
                <a:latin typeface="Arial"/>
                <a:ea typeface="Arial"/>
                <a:cs typeface="Arial"/>
              </a:defRPr>
            </a:defPPr>
            <a:lvl1pPr algn="l">
              <a:defRPr sz="2175" b="0">
                <a:solidFill>
                  <a:srgbClr val="DCEEEF"/>
                </a:solidFill>
                <a:latin typeface="Arial"/>
                <a:ea typeface="Arial"/>
                <a:cs typeface="Arial"/>
              </a:defRPr>
            </a:lvl1pPr>
            <a:lvl2pPr algn="l">
              <a:defRPr sz="2175" b="0">
                <a:solidFill>
                  <a:srgbClr val="DCEEEF"/>
                </a:solidFill>
                <a:latin typeface="Arial"/>
                <a:ea typeface="Arial"/>
                <a:cs typeface="Arial"/>
              </a:defRPr>
            </a:lvl2pPr>
            <a:lvl3pPr algn="l">
              <a:defRPr sz="2175" b="0">
                <a:solidFill>
                  <a:srgbClr val="DCEEEF"/>
                </a:solidFill>
                <a:latin typeface="Arial"/>
                <a:ea typeface="Arial"/>
                <a:cs typeface="Arial"/>
              </a:defRPr>
            </a:lvl3pPr>
            <a:lvl4pPr algn="l">
              <a:defRPr sz="2175" b="0">
                <a:solidFill>
                  <a:srgbClr val="DCEEEF"/>
                </a:solidFill>
                <a:latin typeface="Arial"/>
                <a:ea typeface="Arial"/>
                <a:cs typeface="Arial"/>
              </a:defRPr>
            </a:lvl4pPr>
            <a:lvl5pPr algn="l">
              <a:defRPr sz="2175" b="0">
                <a:solidFill>
                  <a:srgbClr val="DCEEEF"/>
                </a:solidFill>
                <a:latin typeface="Arial"/>
                <a:ea typeface="Arial"/>
                <a:cs typeface="Arial"/>
              </a:defRPr>
            </a:lvl5pPr>
            <a:lvl6pPr algn="l">
              <a:defRPr sz="2175" b="0">
                <a:solidFill>
                  <a:srgbClr val="DCEEEF"/>
                </a:solidFill>
                <a:latin typeface="Arial"/>
                <a:ea typeface="Arial"/>
                <a:cs typeface="Arial"/>
              </a:defRPr>
            </a:lvl6pPr>
            <a:lvl7pPr algn="l">
              <a:defRPr sz="2175" b="0">
                <a:solidFill>
                  <a:srgbClr val="DCEEEF"/>
                </a:solidFill>
                <a:latin typeface="Arial"/>
                <a:ea typeface="Arial"/>
                <a:cs typeface="Arial"/>
              </a:defRPr>
            </a:lvl7pPr>
            <a:lvl8pPr algn="l">
              <a:defRPr sz="2175" b="0">
                <a:solidFill>
                  <a:srgbClr val="DCEEEF"/>
                </a:solidFill>
                <a:latin typeface="Arial"/>
                <a:ea typeface="Arial"/>
                <a:cs typeface="Arial"/>
              </a:defRPr>
            </a:lvl8pPr>
            <a:lvl9pPr algn="l">
              <a:defRPr sz="2175" b="0">
                <a:solidFill>
                  <a:srgbClr val="DCEEEF"/>
                </a:solidFill>
                <a:latin typeface="Arial"/>
                <a:ea typeface="Arial"/>
                <a:cs typeface="Arial"/>
              </a:defRPr>
            </a:lvl9pPr>
          </a:lstStyle>
          <a:p xmlns:a="http://schemas.openxmlformats.org/drawingml/2006/main">
            <a:pPr algn="l">
              <a:defRPr sz="2175" b="0">
                <a:solidFill>
                  <a:srgbClr val="DCEEEF"/>
                </a:solidFill>
                <a:latin typeface="Arial"/>
                <a:ea typeface="Arial"/>
                <a:cs typeface="Arial"/>
              </a:defRPr>
            </a:pPr>
            <a:r>
              <a:rPr sz="2175" b="0">
                <a:solidFill>
                  <a:srgbClr val="DCEEEF"/>
                </a:solidFill>
                <a:latin typeface="Arial"/>
                <a:ea typeface="Arial"/>
                <a:cs typeface="Arial"/>
              </a:rPr>
              <a:t>The skill adapts the route, craft and checks to the brief.</a:t>
            </a:r>
          </a:p>
          <a:p xmlns:a="http://schemas.openxmlformats.org/drawingml/2006/main">
            <a:pPr algn="l">
              <a:defRPr sz="2175" b="0">
                <a:solidFill>
                  <a:srgbClr val="DCEEEF"/>
                </a:solidFill>
                <a:latin typeface="Arial"/>
                <a:ea typeface="Arial"/>
                <a:cs typeface="Arial"/>
              </a:defRPr>
            </a:pPr>
            <a:r>
              <a:rPr sz="2175" b="0">
                <a:solidFill>
                  <a:srgbClr val="DCEEEF"/>
                </a:solidFill>
                <a:latin typeface="Arial"/>
                <a:ea typeface="Arial"/>
                <a:cs typeface="Arial"/>
              </a:rPr>
              <a:t>Simple edits stay simple; larger work can use specialists.</a:t>
            </a:r>
          </a:p>
        </p:txBody>
      </p:sp>
      <p:sp>
        <p:nvSpPr>
          <p:cNvPr id="5" name="boundaries">
            <a:extLst xmlns:a="http://schemas.openxmlformats.org/drawingml/2006/main">
              <a:ext uri="{FF2B5EF4-FFF2-40B4-BE49-F238E27FC236}">
                <a16:creationId xmlns:a16="http://schemas.microsoft.com/office/drawing/2014/main" id="{471D09A6-700D-4A06-846E-660481F003D1}"/>
              </a:ext>
            </a:extLst>
          </p:cNvPr>
          <p:cNvSpPr>
            <a:spLocks xmlns:a="http://schemas.openxmlformats.org/drawingml/2006/main" noGrp="1"/>
          </p:cNvSpPr>
          <p:nvPr/>
        </p:nvSpPr>
        <p:spPr>
          <a:xfrm xmlns:a="http://schemas.openxmlformats.org/drawingml/2006/main">
            <a:off x="666750" y="5038725"/>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950" b="0">
                <a:solidFill>
                  <a:srgbClr val="DCEEEF"/>
                </a:solidFill>
                <a:latin typeface="Arial"/>
                <a:ea typeface="Arial"/>
                <a:cs typeface="Arial"/>
              </a:defRPr>
            </a:defPPr>
            <a:lvl1pPr algn="l">
              <a:defRPr sz="1950" b="0">
                <a:solidFill>
                  <a:srgbClr val="DCEEEF"/>
                </a:solidFill>
                <a:latin typeface="Arial"/>
                <a:ea typeface="Arial"/>
                <a:cs typeface="Arial"/>
              </a:defRPr>
            </a:lvl1pPr>
            <a:lvl2pPr algn="l">
              <a:defRPr sz="1950" b="0">
                <a:solidFill>
                  <a:srgbClr val="DCEEEF"/>
                </a:solidFill>
                <a:latin typeface="Arial"/>
                <a:ea typeface="Arial"/>
                <a:cs typeface="Arial"/>
              </a:defRPr>
            </a:lvl2pPr>
            <a:lvl3pPr algn="l">
              <a:defRPr sz="1950" b="0">
                <a:solidFill>
                  <a:srgbClr val="DCEEEF"/>
                </a:solidFill>
                <a:latin typeface="Arial"/>
                <a:ea typeface="Arial"/>
                <a:cs typeface="Arial"/>
              </a:defRPr>
            </a:lvl3pPr>
            <a:lvl4pPr algn="l">
              <a:defRPr sz="1950" b="0">
                <a:solidFill>
                  <a:srgbClr val="DCEEEF"/>
                </a:solidFill>
                <a:latin typeface="Arial"/>
                <a:ea typeface="Arial"/>
                <a:cs typeface="Arial"/>
              </a:defRPr>
            </a:lvl4pPr>
            <a:lvl5pPr algn="l">
              <a:defRPr sz="1950" b="0">
                <a:solidFill>
                  <a:srgbClr val="DCEEEF"/>
                </a:solidFill>
                <a:latin typeface="Arial"/>
                <a:ea typeface="Arial"/>
                <a:cs typeface="Arial"/>
              </a:defRPr>
            </a:lvl5pPr>
            <a:lvl6pPr algn="l">
              <a:defRPr sz="1950" b="0">
                <a:solidFill>
                  <a:srgbClr val="DCEEEF"/>
                </a:solidFill>
                <a:latin typeface="Arial"/>
                <a:ea typeface="Arial"/>
                <a:cs typeface="Arial"/>
              </a:defRPr>
            </a:lvl6pPr>
            <a:lvl7pPr algn="l">
              <a:defRPr sz="1950" b="0">
                <a:solidFill>
                  <a:srgbClr val="DCEEEF"/>
                </a:solidFill>
                <a:latin typeface="Arial"/>
                <a:ea typeface="Arial"/>
                <a:cs typeface="Arial"/>
              </a:defRPr>
            </a:lvl7pPr>
            <a:lvl8pPr algn="l">
              <a:defRPr sz="1950" b="0">
                <a:solidFill>
                  <a:srgbClr val="DCEEEF"/>
                </a:solidFill>
                <a:latin typeface="Arial"/>
                <a:ea typeface="Arial"/>
                <a:cs typeface="Arial"/>
              </a:defRPr>
            </a:lvl8pPr>
            <a:lvl9pPr algn="l">
              <a:defRPr sz="1950" b="0">
                <a:solidFill>
                  <a:srgbClr val="DCEEEF"/>
                </a:solidFill>
                <a:latin typeface="Arial"/>
                <a:ea typeface="Arial"/>
                <a:cs typeface="Arial"/>
              </a:defRPr>
            </a:lvl9pPr>
          </a:lstStyle>
          <a:p xmlns:a="http://schemas.openxmlformats.org/drawingml/2006/main">
            <a:pPr algn="l">
              <a:defRPr sz="1950" b="0">
                <a:solidFill>
                  <a:srgbClr val="DCEEEF"/>
                </a:solidFill>
                <a:latin typeface="Arial"/>
                <a:ea typeface="Arial"/>
                <a:cs typeface="Arial"/>
              </a:defRPr>
            </a:pPr>
            <a:r>
              <a:rPr sz="1950" b="0">
                <a:solidFill>
                  <a:srgbClr val="DCEEEF"/>
                </a:solidFill>
                <a:latin typeface="Arial"/>
                <a:ea typeface="Arial"/>
                <a:cs typeface="Arial"/>
              </a:rPr>
              <a:t>Quality remains a creative judgment. Broader reliability and</a:t>
            </a:r>
          </a:p>
          <a:p xmlns:a="http://schemas.openxmlformats.org/drawingml/2006/main">
            <a:pPr algn="l">
              <a:defRPr sz="1950" b="0">
                <a:solidFill>
                  <a:srgbClr val="DCEEEF"/>
                </a:solidFill>
                <a:latin typeface="Arial"/>
                <a:ea typeface="Arial"/>
                <a:cs typeface="Arial"/>
              </a:defRPr>
            </a:pPr>
            <a:r>
              <a:rPr sz="1950" b="0">
                <a:solidFill>
                  <a:srgbClr val="DCEEEF"/>
                </a:solidFill>
                <a:latin typeface="Arial"/>
                <a:ea typeface="Arial"/>
                <a:cs typeface="Arial"/>
              </a:rPr>
              <a:t>performance require evidence beyond a single demonstration.</a:t>
            </a:r>
          </a:p>
        </p:txBody>
      </p:sp>
    </p:spTree>
    <p:extLst>
      <p:ext uri="{BB962C8B-B14F-4D97-AF65-F5344CB8AC3E}">
        <p14:creationId xmlns:p14="http://schemas.microsoft.com/office/powerpoint/2010/main" val="4830498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2026-10-21T05:51:18.6820000Z</dcterms:created>
  <dcterms:modified xsi:type="dcterms:W3CDTF">2026-10-21T05:51:18.6820000Z</dcterms:modified>
</coreProperties>
</file>