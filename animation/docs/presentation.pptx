
<file path=[Content_Types].xml><?xml version="1.0" encoding="utf-8"?>
<Types xmlns="http://schemas.openxmlformats.org/package/2006/content-types">
  <Default Extension="xml" ContentType="application/vnd.openxmlformats-package.core-properties+xml"/>
  <Default Extension="png" ContentType="image/pn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slides/charts/chart1.xml" ContentType="application/vnd.openxmlformats-officedocument.drawingml.chart+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Default Extension="xlsx" ContentType="application/vnd.openxmlformats-officedocument.spreadsheetml.sheet"/>
</Types>
</file>

<file path=_rels/.rels>&#65279;<?xml version="1.0" encoding="utf-8"?><Relationships xmlns="http://schemas.openxmlformats.org/package/2006/relationships"><Relationship Type="http://schemas.openxmlformats.org/package/2006/relationships/metadata/core-properties" Target="/docProps/core.xml" Id="R34918b5fb8e24403" /><Relationship Type="http://schemas.openxmlformats.org/officeDocument/2006/relationships/extended-properties" Target="/docProps/app.xml" Id="R0695f862323c4e90" /><Relationship Type="http://schemas.openxmlformats.org/officeDocument/2006/relationships/officeDocument" Target="/ppt/presentation.xml" Id="R50ad0fef7e9f4dee" /></Relationships>
</file>

<file path=ppt/presentation.xml><?xml version="1.0" encoding="utf-8"?>
<p:presentation xmlns:p="http://schemas.openxmlformats.org/presentationml/2006/main">
  <p:sldMasterIdLst>
    <p:sldMasterId xmlns:r="http://schemas.openxmlformats.org/officeDocument/2006/relationships" id="2147483648" r:id="R03c5b3bf27934b45"/>
  </p:sldMasterIdLst>
  <p:notesMasterIdLst>
    <p:notesMasterId xmlns:r="http://schemas.openxmlformats.org/officeDocument/2006/relationships" r:id="R5626383931324f50"/>
  </p:notesMasterIdLst>
  <p:sldIdLst>
    <p:sldId xmlns:r="http://schemas.openxmlformats.org/officeDocument/2006/relationships" id="256" r:id="R49edddd7cd5244ca"/>
    <p:sldId xmlns:r="http://schemas.openxmlformats.org/officeDocument/2006/relationships" id="257" r:id="R339b2d8d355e4025"/>
    <p:sldId xmlns:r="http://schemas.openxmlformats.org/officeDocument/2006/relationships" id="258" r:id="R132e1526a5b84e86"/>
    <p:sldId xmlns:r="http://schemas.openxmlformats.org/officeDocument/2006/relationships" id="259" r:id="R30aa549979a84460"/>
    <p:sldId xmlns:r="http://schemas.openxmlformats.org/officeDocument/2006/relationships" id="260" r:id="R88f3da8ab42e4430"/>
    <p:sldId xmlns:r="http://schemas.openxmlformats.org/officeDocument/2006/relationships" id="261" r:id="Rdda68401c0c1439d"/>
    <p:sldId xmlns:r="http://schemas.openxmlformats.org/officeDocument/2006/relationships" id="262" r:id="R30841976a9fa4b3b"/>
    <p:sldId xmlns:r="http://schemas.openxmlformats.org/officeDocument/2006/relationships" id="263" r:id="R1664eea995cf4dcb"/>
    <p:sldId xmlns:r="http://schemas.openxmlformats.org/officeDocument/2006/relationships" id="264" r:id="Re17a2e70b7de4847"/>
    <p:sldId xmlns:r="http://schemas.openxmlformats.org/officeDocument/2006/relationships" id="265" r:id="R88774345769041db"/>
    <p:sldId xmlns:r="http://schemas.openxmlformats.org/officeDocument/2006/relationships" id="266" r:id="R24c958be26c343ed"/>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8a90c76efc1c4257" /><Relationship Type="http://schemas.openxmlformats.org/officeDocument/2006/relationships/slideMaster" Target="/ppt/slideMasters/slideMaster1.xml" Id="R03c5b3bf27934b45" /><Relationship Type="http://schemas.openxmlformats.org/officeDocument/2006/relationships/notesMaster" Target="/ppt/notesMasters/notesMaster1.xml" Id="R5626383931324f50" /><Relationship Type="http://schemas.openxmlformats.org/officeDocument/2006/relationships/presProps" Target="/ppt/presProps.xml" Id="Rd077735e51e04f4f" /><Relationship Type="http://schemas.openxmlformats.org/officeDocument/2006/relationships/tableStyles" Target="/ppt/tableStyles.xml" Id="R7a33addb40684b5c" /><Relationship Type="http://schemas.openxmlformats.org/officeDocument/2006/relationships/slide" Target="/ppt/slides/slide1.xml" Id="R49edddd7cd5244ca" /><Relationship Type="http://schemas.openxmlformats.org/officeDocument/2006/relationships/slide" Target="/ppt/slides/slide2.xml" Id="R339b2d8d355e4025" /><Relationship Type="http://schemas.openxmlformats.org/officeDocument/2006/relationships/slide" Target="/ppt/slides/slide3.xml" Id="R132e1526a5b84e86" /><Relationship Type="http://schemas.openxmlformats.org/officeDocument/2006/relationships/slide" Target="/ppt/slides/slide4.xml" Id="R30aa549979a84460" /><Relationship Type="http://schemas.openxmlformats.org/officeDocument/2006/relationships/slide" Target="/ppt/slides/slide5.xml" Id="R88f3da8ab42e4430" /><Relationship Type="http://schemas.openxmlformats.org/officeDocument/2006/relationships/slide" Target="/ppt/slides/slide6.xml" Id="Rdda68401c0c1439d" /><Relationship Type="http://schemas.openxmlformats.org/officeDocument/2006/relationships/slide" Target="/ppt/slides/slide7.xml" Id="R30841976a9fa4b3b" /><Relationship Type="http://schemas.openxmlformats.org/officeDocument/2006/relationships/slide" Target="/ppt/slides/slide8.xml" Id="R1664eea995cf4dcb" /><Relationship Type="http://schemas.openxmlformats.org/officeDocument/2006/relationships/slide" Target="/ppt/slides/slide9.xml" Id="Re17a2e70b7de4847" /><Relationship Type="http://schemas.openxmlformats.org/officeDocument/2006/relationships/slide" Target="/ppt/slides/slide10.xml" Id="R88774345769041db" /><Relationship Type="http://schemas.openxmlformats.org/officeDocument/2006/relationships/slide" Target="/ppt/slides/slide11.xml" Id="R24c958be26c343ed"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7b6fc5d625bd4312"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1ab247a4ea5e4373" /><Relationship Type="http://schemas.openxmlformats.org/officeDocument/2006/relationships/notesMaster" Target="/ppt/notesMasters/notesMaster1.xml" Id="Rdd716eeae8954601" /></Relationships>
</file>

<file path=ppt/notesSlides/_rels/notesSlide2.xml.rels>&#65279;<?xml version="1.0" encoding="utf-8"?><Relationships xmlns="http://schemas.openxmlformats.org/package/2006/relationships"><Relationship Type="http://schemas.openxmlformats.org/officeDocument/2006/relationships/slide" Target="/ppt/slides/slide2.xml" Id="R82d419ff723c4c61" /><Relationship Type="http://schemas.openxmlformats.org/officeDocument/2006/relationships/notesMaster" Target="/ppt/notesMasters/notesMaster1.xml" Id="R24318f6cb1834b7b" /></Relationships>
</file>

<file path=ppt/notesSlides/_rels/notesSlide3.xml.rels>&#65279;<?xml version="1.0" encoding="utf-8"?><Relationships xmlns="http://schemas.openxmlformats.org/package/2006/relationships"><Relationship Type="http://schemas.openxmlformats.org/officeDocument/2006/relationships/slide" Target="/ppt/slides/slide3.xml" Id="Readeaf1b8a554656" /><Relationship Type="http://schemas.openxmlformats.org/officeDocument/2006/relationships/notesMaster" Target="/ppt/notesMasters/notesMaster1.xml" Id="R0885f4251f674d3c" /></Relationships>
</file>

<file path=ppt/notesSlides/_rels/notesSlide4.xml.rels>&#65279;<?xml version="1.0" encoding="utf-8"?><Relationships xmlns="http://schemas.openxmlformats.org/package/2006/relationships"><Relationship Type="http://schemas.openxmlformats.org/officeDocument/2006/relationships/slide" Target="/ppt/slides/slide4.xml" Id="Rd8eb2ae14d284b19" /><Relationship Type="http://schemas.openxmlformats.org/officeDocument/2006/relationships/notesMaster" Target="/ppt/notesMasters/notesMaster1.xml" Id="Rc3e7fe1df2224477" /></Relationships>
</file>

<file path=ppt/notesSlides/_rels/notesSlide5.xml.rels>&#65279;<?xml version="1.0" encoding="utf-8"?><Relationships xmlns="http://schemas.openxmlformats.org/package/2006/relationships"><Relationship Type="http://schemas.openxmlformats.org/officeDocument/2006/relationships/slide" Target="/ppt/slides/slide5.xml" Id="Rc74bf87a319d4108" /><Relationship Type="http://schemas.openxmlformats.org/officeDocument/2006/relationships/notesMaster" Target="/ppt/notesMasters/notesMaster1.xml" Id="Red4e82f25d8d4d92" /></Relationships>
</file>

<file path=ppt/notesSlides/_rels/notesSlide6.xml.rels>&#65279;<?xml version="1.0" encoding="utf-8"?><Relationships xmlns="http://schemas.openxmlformats.org/package/2006/relationships"><Relationship Type="http://schemas.openxmlformats.org/officeDocument/2006/relationships/slide" Target="/ppt/slides/slide6.xml" Id="Rbff63cc7310449eb" /><Relationship Type="http://schemas.openxmlformats.org/officeDocument/2006/relationships/notesMaster" Target="/ppt/notesMasters/notesMaster1.xml" Id="Rd2c0b9b23bf842c0" /></Relationships>
</file>

<file path=ppt/notesSlides/_rels/notesSlide7.xml.rels>&#65279;<?xml version="1.0" encoding="utf-8"?><Relationships xmlns="http://schemas.openxmlformats.org/package/2006/relationships"><Relationship Type="http://schemas.openxmlformats.org/officeDocument/2006/relationships/slide" Target="/ppt/slides/slide7.xml" Id="R70ea5e96bab343d9" /><Relationship Type="http://schemas.openxmlformats.org/officeDocument/2006/relationships/notesMaster" Target="/ppt/notesMasters/notesMaster1.xml" Id="R0128de44c298423e" /></Relationships>
</file>

<file path=ppt/notesSlides/_rels/notesSlide8.xml.rels>&#65279;<?xml version="1.0" encoding="utf-8"?><Relationships xmlns="http://schemas.openxmlformats.org/package/2006/relationships"><Relationship Type="http://schemas.openxmlformats.org/officeDocument/2006/relationships/slide" Target="/ppt/slides/slide8.xml" Id="R122029edefc54111" /><Relationship Type="http://schemas.openxmlformats.org/officeDocument/2006/relationships/notesMaster" Target="/ppt/notesMasters/notesMaster1.xml" Id="R2dd5c98179e742a3" /></Relationships>
</file>

<file path=ppt/notesSlides/_rels/notesSlide9.xml.rels>&#65279;<?xml version="1.0" encoding="utf-8"?><Relationships xmlns="http://schemas.openxmlformats.org/package/2006/relationships"><Relationship Type="http://schemas.openxmlformats.org/officeDocument/2006/relationships/slide" Target="/ppt/slides/slide9.xml" Id="R059f1912112b4213" /><Relationship Type="http://schemas.openxmlformats.org/officeDocument/2006/relationships/notesMaster" Target="/ppt/notesMasters/notesMaster1.xml" Id="R8cfd6a7d8c304644"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416eb657a394431c" /><Relationship Type="http://schemas.openxmlformats.org/officeDocument/2006/relationships/notesMaster" Target="/ppt/notesMasters/notesMaster1.xml" Id="R2bd0a5f765c64eeb"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1f4e772a40824f90" /><Relationship Type="http://schemas.openxmlformats.org/officeDocument/2006/relationships/notesMaster" Target="/ppt/notesMasters/notesMaster1.xml" Id="R29c572c5bee64eb3"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skill adapts craft, tools and verification to the subject and receiving system. This deck describes the current workflow and bounded examples. Its visual design belongs to this release deck and does not prescribe the look of future animations.</a:t>
            </a:r>
          </a:p>
          <a:p xmlns:a="http://schemas.openxmlformats.org/drawingml/2006/main">
            <a:r>
              <a:t/>
            </a:r>
          </a:p>
          <a:p xmlns:a="http://schemas.openxmlformats.org/drawingml/2006/main">
            <a:r>
              <a:t>Sources:</a:t>
            </a:r>
          </a:p>
          <a:p xmlns:a="http://schemas.openxmlformats.org/drawingml/2006/main">
            <a:r>
              <a:t>https://github.com/nazeeh111/adaptive-animation-skill</a:t>
            </a:r>
          </a:p>
          <a:p xmlns:a="http://schemas.openxmlformats.org/drawingml/2006/main">
            <a:r>
              <a:t>animation/SKILL.md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Original silent examples. Ink preview is a decoded 3.5-second frame from the selected 720x900 master. Power-cell preview is a decoded 3.2-second frame from the selected 960x540 master. Both scenes retain editable native code. Sampled replay and full-decode checks are scoped evidence. These stills cannot establish normal-speed rhythm or universal stylistic range. No third-party gallery media or font binaries appear here.</a:t>
            </a:r>
          </a:p>
          <a:p xmlns:a="http://schemas.openxmlformats.org/drawingml/2006/main">
            <a:r>
              <a:t/>
            </a:r>
          </a:p>
          <a:p xmlns:a="http://schemas.openxmlformats.org/drawingml/2006/main">
            <a:r>
              <a:t>Sources:</a:t>
            </a:r>
          </a:p>
          <a:p xmlns:a="http://schemas.openxmlformats.org/drawingml/2006/main">
            <a:r>
              <a:t>examples/ink-study/README.md</a:t>
            </a:r>
          </a:p>
          <a:p xmlns:a="http://schemas.openxmlformats.org/drawingml/2006/main">
            <a:r>
              <a:t>examples/ink-study/preview.png</a:t>
            </a:r>
          </a:p>
          <a:p xmlns:a="http://schemas.openxmlformats.org/drawingml/2006/main">
            <a:r>
              <a:t>examples/ink-study/ink-study.mp4</a:t>
            </a:r>
          </a:p>
          <a:p xmlns:a="http://schemas.openxmlformats.org/drawingml/2006/main">
            <a:r>
              <a:t>examples/ink-study/LICENSE</a:t>
            </a:r>
          </a:p>
          <a:p xmlns:a="http://schemas.openxmlformats.org/drawingml/2006/main">
            <a:r>
              <a:t>examples/power-cell/README.md</a:t>
            </a:r>
          </a:p>
          <a:p xmlns:a="http://schemas.openxmlformats.org/drawingml/2006/main">
            <a:r>
              <a:t>examples/power-cell/preview.png</a:t>
            </a:r>
          </a:p>
          <a:p xmlns:a="http://schemas.openxmlformats.org/drawingml/2006/main">
            <a:r>
              <a:t>examples/power-cell/power-cell.mp4</a:t>
            </a:r>
          </a:p>
          <a:p xmlns:a="http://schemas.openxmlformats.org/drawingml/2006/main">
            <a:r>
              <a:t>examples/power-cell/LICENSE</a:t>
            </a:r>
          </a:p>
          <a:p xmlns:a="http://schemas.openxmlformats.org/drawingml/2006/main">
            <a:r>
              <a:t>examples/power-cell/THIRD-PARTY.txt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Craft guidance is conditional on the actual brief. A held drawing, a spring, a scientific diagram and an edit may need different timing. Constant movement is not a quality target. Preserve identity and judge cause, contact and payoff in sequence.</a:t>
            </a:r>
          </a:p>
          <a:p xmlns:a="http://schemas.openxmlformats.org/drawingml/2006/main">
            <a:r>
              <a:t/>
            </a:r>
          </a:p>
          <a:p xmlns:a="http://schemas.openxmlformats.org/drawingml/2006/main">
            <a:r>
              <a:t>Sources:</a:t>
            </a:r>
          </a:p>
          <a:p xmlns:a="http://schemas.openxmlformats.org/drawingml/2006/main">
            <a:r>
              <a:t>animation/SKILL.md</a:t>
            </a:r>
          </a:p>
          <a:p xmlns:a="http://schemas.openxmlformats.org/drawingml/2006/main">
            <a:r>
              <a:t>animation/references/purposeful-motion.md</a:t>
            </a:r>
          </a:p>
          <a:p xmlns:a="http://schemas.openxmlformats.org/drawingml/2006/main">
            <a:r>
              <a:t>animation/references/styles-and-techniques.md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These are optional studio.py init flags, for example: python animation/scripts/studio.py init project --brief "An authored action" --template motion --duration 4. Plain init can also create an empty workspace. Generic motion has a usable seekable time range but intentionally no artwork. --example orbit-title explicitly selects the preserved authored study and requires its original six-second duration. Existing projects are unaffected.</a:t>
            </a:r>
          </a:p>
          <a:p xmlns:a="http://schemas.openxmlformats.org/drawingml/2006/main">
            <a:r>
              <a:t/>
            </a:r>
          </a:p>
          <a:p xmlns:a="http://schemas.openxmlformats.org/drawingml/2006/main">
            <a:r>
              <a:t>Sources:</a:t>
            </a:r>
          </a:p>
          <a:p xmlns:a="http://schemas.openxmlformats.org/drawingml/2006/main">
            <a:r>
              <a:t>animation/scripts/studio.py</a:t>
            </a:r>
          </a:p>
          <a:p xmlns:a="http://schemas.openxmlformats.org/drawingml/2006/main">
            <a:r>
              <a:t>animation/assets/motion/</a:t>
            </a:r>
          </a:p>
          <a:p xmlns:a="http://schemas.openxmlformats.org/drawingml/2006/main">
            <a:r>
              <a:t>animation/assets/examples/orbit-title/</a:t>
            </a:r>
          </a:p>
          <a:p xmlns:a="http://schemas.openxmlformats.org/drawingml/2006/main">
            <a:r>
              <a:t>animation/references/portable-setup.md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Deterministic capture evaluates the same declared time and inputs to the same scene state. Live interaction can evolve, with an explicit time and input contract. Named cues coordinate the existing project rather than requiring another framework. Frame checks cover the exercised states and do not establish compelling motion.</a:t>
            </a:r>
          </a:p>
          <a:p xmlns:a="http://schemas.openxmlformats.org/drawingml/2006/main">
            <a:r>
              <a:t/>
            </a:r>
          </a:p>
          <a:p xmlns:a="http://schemas.openxmlformats.org/drawingml/2006/main">
            <a:r>
              <a:t>Sources:</a:t>
            </a:r>
          </a:p>
          <a:p xmlns:a="http://schemas.openxmlformats.org/drawingml/2006/main">
            <a:r>
              <a:t>animation/references/purposeful-motion.md</a:t>
            </a:r>
          </a:p>
          <a:p xmlns:a="http://schemas.openxmlformats.org/drawingml/2006/main">
            <a:r>
              <a:t>https://www.remotion.dev/docs/flickering</a:t>
            </a:r>
          </a:p>
          <a:p xmlns:a="http://schemas.openxmlformats.org/drawingml/2006/main">
            <a:r>
              <a:t>https://gsap.com/docs/v3/GSAP/Timeline/seek()/</a:t>
            </a:r>
          </a:p>
          <a:p xmlns:a="http://schemas.openxmlformats.org/drawingml/2006/main">
            <a:r>
              <a:t>https://motioncanvas.io/docs/time-events/</a:t>
            </a:r>
          </a:p>
          <a:p xmlns:a="http://schemas.openxmlformats.org/drawingml/2006/main">
            <a:r>
              <a:t>https://www.remotion.dev/docs/transitions/transitionseries</a:t>
            </a:r>
          </a:p>
          <a:p xmlns:a="http://schemas.openxmlformats.org/drawingml/2006/main">
            <a:r>
              <a:t>https://www.w3.org/WAI/WCAG22/Understanding/pause-stop-hide.html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Chart values come directly from createRetargetedSpring, rounded to 12 significant digits for the embedded chart workbook, with initial position 40 px, targets 240 px at 0.10 s and 90 px at 0.28 s, natural frequency 2.3 Hz and damping ratio 0.61. They illustrate a fixed underdamped linear model with zero initial velocity. The helper evaluates the sum of step responses without a per-frame simulation cache. Its independent tests compare with numerical integration and continuity probes. It is optional and does not establish aesthetic quality, collisions, changing coefficients or unbounded streaming behavior.</a:t>
            </a:r>
          </a:p>
          <a:p xmlns:a="http://schemas.openxmlformats.org/drawingml/2006/main">
            <a:r>
              <a:t/>
            </a:r>
          </a:p>
          <a:p xmlns:a="http://schemas.openxmlformats.org/drawingml/2006/main">
            <a:r>
              <a:t>Sources:</a:t>
            </a:r>
          </a:p>
          <a:p xmlns:a="http://schemas.openxmlformats.org/drawingml/2006/main">
            <a:r>
              <a:t>animation/assets/motion/retargeted-spring.mjs</a:t>
            </a:r>
          </a:p>
          <a:p xmlns:a="http://schemas.openxmlformats.org/drawingml/2006/main">
            <a:r>
              <a:t>animation/references/retargeted-motion.md</a:t>
            </a:r>
          </a:p>
          <a:p xmlns:a="http://schemas.openxmlformats.org/drawingml/2006/main">
            <a:r>
              <a:t>animation/tests/test_retargeted_spring.mjs</a:t>
            </a:r>
          </a:p>
          <a:p xmlns:a="http://schemas.openxmlformats.org/drawingml/2006/main">
            <a:r>
              <a:t>https://github.com/yihui-dev/awesome-opus5-5-videos/blob/92aee2f586ac0715cb3cbcb6384834f98a33383d/prompts/twoclipping-402193.md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regression test authors a 300 ms state change at t&gt;=2 and t&lt;2.3 within 12 seconds. Default samples use duration fractions 0, .05, .125, .25, .5, .75, .9 and .99, so none enters the interval. Explicit seconds include 1.95, 2.05, 2.2 and 2.35 and add time zero. This is a concrete sampling example, not a universal recommended schedule. Browser diagnostics cover selected states, raster tolerances and local resources. They cannot approve artistic quality, facts outside the scene or unavailable audiovisual review.</a:t>
            </a:r>
          </a:p>
          <a:p xmlns:a="http://schemas.openxmlformats.org/drawingml/2006/main">
            <a:r>
              <a:t/>
            </a:r>
          </a:p>
          <a:p xmlns:a="http://schemas.openxmlformats.org/drawingml/2006/main">
            <a:r>
              <a:t>Sources:</a:t>
            </a:r>
          </a:p>
          <a:p xmlns:a="http://schemas.openxmlformats.org/drawingml/2006/main">
            <a:r>
              <a:t>animation/scripts/check_motion.mjs</a:t>
            </a:r>
          </a:p>
          <a:p xmlns:a="http://schemas.openxmlformats.org/drawingml/2006/main">
            <a:r>
              <a:t>animation/tests/test_motion_browser.py</a:t>
            </a:r>
          </a:p>
          <a:p xmlns:a="http://schemas.openxmlformats.org/drawingml/2006/main">
            <a:r>
              <a:t>docs/pass2-validation.md</a:t>
            </a:r>
          </a:p>
          <a:p xmlns:a="http://schemas.openxmlformats.org/drawingml/2006/main">
            <a:r>
              <a:t>animation/references/purposeful-motion.md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editable six-stage diagram combines rendering with review and treats packaging as part of the handoff. Material findings return to craft. Receiving-application defects return to build. Simple tasks can combine stages. The standalone SVG in animation/docs/diagram.svg has eight more explicit stages.</a:t>
            </a:r>
          </a:p>
          <a:p xmlns:a="http://schemas.openxmlformats.org/drawingml/2006/main">
            <a:r>
              <a:t/>
            </a:r>
          </a:p>
          <a:p xmlns:a="http://schemas.openxmlformats.org/drawingml/2006/main">
            <a:r>
              <a:t>Sources:</a:t>
            </a:r>
          </a:p>
          <a:p xmlns:a="http://schemas.openxmlformats.org/drawingml/2006/main">
            <a:r>
              <a:t>animation/SKILL.md</a:t>
            </a:r>
          </a:p>
          <a:p xmlns:a="http://schemas.openxmlformats.org/drawingml/2006/main">
            <a:r>
              <a:t>animation/docs/diagram.svg</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These are examples of native routes, not a complete list or a performance ranking. A browser frame does not establish 3D editability, an exported timeline does not prove a receiver preserved every control, and a completed render does not establish the best artistic choice. Check material properties in the actual receiving application.</a:t>
            </a:r>
          </a:p>
          <a:p xmlns:a="http://schemas.openxmlformats.org/drawingml/2006/main">
            <a:r>
              <a:t/>
            </a:r>
          </a:p>
          <a:p xmlns:a="http://schemas.openxmlformats.org/drawingml/2006/main">
            <a:r>
              <a:t>Sources:</a:t>
            </a:r>
          </a:p>
          <a:p xmlns:a="http://schemas.openxmlformats.org/drawingml/2006/main">
            <a:r>
              <a:t>animation/SKILL.md</a:t>
            </a:r>
          </a:p>
          <a:p xmlns:a="http://schemas.openxmlformats.org/drawingml/2006/main">
            <a:r>
              <a:t>animation/references/production.md</a:t>
            </a:r>
          </a:p>
          <a:p xmlns:a="http://schemas.openxmlformats.org/drawingml/2006/main">
            <a:r>
              <a:t>animation/references/styles-and-techniques.md</a:t>
            </a:r>
          </a:p>
          <a:p xmlns:a="http://schemas.openxmlformats.org/drawingml/2006/main">
            <a:r>
              <a:t>https://threejs.org/manual/pages/cleanup.html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Research selected mechanisms rather than copying a whole framework or aesthetic taxonomy. Gallery prompts and external source trees were inspected at cited versions. Procedural paint remained conditional because no painterly brief justified an engine import. The separate CSS3D grouping example adds an actual browser comparison about preserve-3d flattening and opacity, not a general creative-quality claim. No universal palette ban, motion quota, mandatory style menu or renderer speed ranking follows from these sources.</a:t>
            </a:r>
          </a:p>
          <a:p xmlns:a="http://schemas.openxmlformats.org/drawingml/2006/main">
            <a:r>
              <a:t/>
            </a:r>
          </a:p>
          <a:p xmlns:a="http://schemas.openxmlformats.org/drawingml/2006/main">
            <a:r>
              <a:t>Sources:</a:t>
            </a:r>
          </a:p>
          <a:p xmlns:a="http://schemas.openxmlformats.org/drawingml/2006/main">
            <a:r>
              <a:t>docs/pass2-research.md</a:t>
            </a:r>
          </a:p>
          <a:p xmlns:a="http://schemas.openxmlformats.org/drawingml/2006/main">
            <a:r>
              <a:t>docs/research-addendum.md</a:t>
            </a:r>
          </a:p>
          <a:p xmlns:a="http://schemas.openxmlformats.org/drawingml/2006/main">
            <a:r>
              <a:t>examples/css3d-grouping/README.md</a:t>
            </a:r>
          </a:p>
          <a:p xmlns:a="http://schemas.openxmlformats.org/drawingml/2006/main">
            <a:r>
              <a:t>https://motioncanvas.io/docs/time-events/</a:t>
            </a:r>
          </a:p>
          <a:p xmlns:a="http://schemas.openxmlformats.org/drawingml/2006/main">
            <a:r>
              <a:t>https://github.com/Nutlope/hallmark/blob/7ec868225c6caa040558c321ee0fefa0e73f83a8/skills/hallmark/references/review-finish.md</a:t>
            </a:r>
          </a:p>
          <a:p xmlns:a="http://schemas.openxmlformats.org/drawingml/2006/main">
            <a:r>
              <a:t>https://github.com/pbakaus/impeccable/blob/a05436993fc753ec9a302f0db8d395025b246633/.agents/skills/impeccable/reference/critique.md</a:t>
            </a:r>
          </a:p>
          <a:p xmlns:a="http://schemas.openxmlformats.org/drawingml/2006/main">
            <a:r>
              <a:t>https://github.com/alchaincyf/huashu-art-motion/tree/8a0d7d72ca65fcce6f8ba82c4a6c8dfe35b8422c</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Deliver the requested masters, source and necessary dependencies with a clear entry point. Keep the last valid version until a replacement passes relevant checks. Preserve software and asset terms. A file, sampled image, full decode, receiving-system check and perceptual review establish different evidence.</a:t>
            </a:r>
          </a:p>
          <a:p xmlns:a="http://schemas.openxmlformats.org/drawingml/2006/main">
            <a:r>
              <a:t/>
            </a:r>
          </a:p>
          <a:p xmlns:a="http://schemas.openxmlformats.org/drawingml/2006/main">
            <a:r>
              <a:t>Sources:</a:t>
            </a:r>
          </a:p>
          <a:p xmlns:a="http://schemas.openxmlformats.org/drawingml/2006/main">
            <a:r>
              <a:t>animation/SKILL.md</a:t>
            </a:r>
          </a:p>
          <a:p xmlns:a="http://schemas.openxmlformats.org/drawingml/2006/main">
            <a:r>
              <a:t>animation/references/production.md</a:t>
            </a:r>
          </a:p>
          <a:p xmlns:a="http://schemas.openxmlformats.org/drawingml/2006/main">
            <a:r>
              <a:t>animation/references/portable-setup.md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55ef13f7a8024d68" /></Relationships>
</file>

<file path=ppt/slideLayouts/_rels/slideLayout2.xml.rels>&#65279;<?xml version="1.0" encoding="utf-8"?><Relationships xmlns="http://schemas.openxmlformats.org/package/2006/relationships"><Relationship Type="http://schemas.openxmlformats.org/officeDocument/2006/relationships/slideMaster" Target="/ppt/slideMasters/slideMaster1.xml" Id="R9807853a7cb44898" /></Relationships>
</file>

<file path=ppt/slideLayouts/_rels/slideLayout3.xml.rels>&#65279;<?xml version="1.0" encoding="utf-8"?><Relationships xmlns="http://schemas.openxmlformats.org/package/2006/relationships"><Relationship Type="http://schemas.openxmlformats.org/officeDocument/2006/relationships/slideMaster" Target="/ppt/slideMasters/slideMaster1.xml" Id="Rd9b5d9fa1c4c416c" /></Relationships>
</file>

<file path=ppt/slideLayouts/_rels/slideLayout4.xml.rels>&#65279;<?xml version="1.0" encoding="utf-8"?><Relationships xmlns="http://schemas.openxmlformats.org/package/2006/relationships"><Relationship Type="http://schemas.openxmlformats.org/officeDocument/2006/relationships/slideMaster" Target="/ppt/slideMasters/slideMaster1.xml" Id="R8758d375df614b51" /></Relationships>
</file>

<file path=ppt/slideLayouts/_rels/slideLayout5.xml.rels>&#65279;<?xml version="1.0" encoding="utf-8"?><Relationships xmlns="http://schemas.openxmlformats.org/package/2006/relationships"><Relationship Type="http://schemas.openxmlformats.org/officeDocument/2006/relationships/slideMaster" Target="/ppt/slideMasters/slideMaster1.xml" Id="R5fb88448afc74a74" /></Relationships>
</file>

<file path=ppt/slideLayouts/_rels/slideLayout6.xml.rels>&#65279;<?xml version="1.0" encoding="utf-8"?><Relationships xmlns="http://schemas.openxmlformats.org/package/2006/relationships"><Relationship Type="http://schemas.openxmlformats.org/officeDocument/2006/relationships/slideMaster" Target="/ppt/slideMasters/slideMaster1.xml" Id="R41842343ad3844b3"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4CD368FB-9E0F-437A-BF6A-EF459D5E64FD}"/>
              </a:ext>
            </a:extLst>
          </p:cNvPr>
          <p:cNvSpPr>
            <a:spLocks xmlns:a="http://schemas.openxmlformats.org/drawingml/2006/main" noGrp="1"/>
          </p:cNvSpPr>
          <p:nvPr>
            <p:ph type="title" idx="0"/>
          </p:nvPr>
        </p:nvSpPr>
        <p:spPr>
          <a:xfrm xmlns:a="http://schemas.openxmlformats.org/drawingml/2006/main">
            <a:off x="1219200" y="2590800"/>
            <a:ext cx="9753600" cy="9906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800" b="1">
                <a:solidFill>
                  <a:schemeClr val="tx1"/>
                </a:solidFill>
                <a:latin typeface="+mj-lt"/>
                <a:ea typeface="+mj-lt"/>
                <a:cs typeface="+mj-lt"/>
              </a:defRPr>
            </a:defPPr>
            <a:lvl1pPr marL="0" indent="0" algn="ctr">
              <a:lnSpc>
                <a:spcPct val="110000"/>
              </a:lnSpc>
              <a:spcBef>
                <a:spcPts val="0"/>
              </a:spcBef>
              <a:spcAft>
                <a:spcPts val="0"/>
              </a:spcAft>
              <a:buNone/>
              <a:defRPr sz="4800" b="1">
                <a:solidFill>
                  <a:schemeClr val="tx1"/>
                </a:solidFill>
                <a:latin typeface="+mj-lt"/>
                <a:ea typeface="+mj-lt"/>
                <a:cs typeface="+mj-lt"/>
              </a:defRPr>
            </a:lvl1pPr>
            <a:lvl2pPr marL="0" indent="0" algn="ctr">
              <a:lnSpc>
                <a:spcPct val="110000"/>
              </a:lnSpc>
              <a:spcBef>
                <a:spcPts val="0"/>
              </a:spcBef>
              <a:spcAft>
                <a:spcPts val="0"/>
              </a:spcAft>
              <a:buNone/>
              <a:defRPr sz="4800" b="1">
                <a:solidFill>
                  <a:schemeClr val="tx1"/>
                </a:solidFill>
                <a:latin typeface="+mj-lt"/>
                <a:ea typeface="+mj-lt"/>
                <a:cs typeface="+mj-lt"/>
              </a:defRPr>
            </a:lvl2pPr>
            <a:lvl3pPr marL="0" indent="0" algn="ctr">
              <a:lnSpc>
                <a:spcPct val="110000"/>
              </a:lnSpc>
              <a:spcBef>
                <a:spcPts val="0"/>
              </a:spcBef>
              <a:spcAft>
                <a:spcPts val="0"/>
              </a:spcAft>
              <a:buNone/>
              <a:defRPr sz="4800" b="1">
                <a:solidFill>
                  <a:schemeClr val="tx1"/>
                </a:solidFill>
                <a:latin typeface="+mj-lt"/>
                <a:ea typeface="+mj-lt"/>
                <a:cs typeface="+mj-lt"/>
              </a:defRPr>
            </a:lvl3pPr>
            <a:lvl4pPr marL="0" indent="0" algn="ctr">
              <a:lnSpc>
                <a:spcPct val="110000"/>
              </a:lnSpc>
              <a:spcBef>
                <a:spcPts val="0"/>
              </a:spcBef>
              <a:spcAft>
                <a:spcPts val="0"/>
              </a:spcAft>
              <a:buNone/>
              <a:defRPr sz="4800" b="1">
                <a:solidFill>
                  <a:schemeClr val="tx1"/>
                </a:solidFill>
                <a:latin typeface="+mj-lt"/>
                <a:ea typeface="+mj-lt"/>
                <a:cs typeface="+mj-lt"/>
              </a:defRPr>
            </a:lvl4pPr>
            <a:lvl5pPr marL="0" indent="0" algn="ctr">
              <a:lnSpc>
                <a:spcPct val="110000"/>
              </a:lnSpc>
              <a:spcBef>
                <a:spcPts val="0"/>
              </a:spcBef>
              <a:spcAft>
                <a:spcPts val="0"/>
              </a:spcAft>
              <a:buNone/>
              <a:defRPr sz="4800" b="1">
                <a:solidFill>
                  <a:schemeClr val="tx1"/>
                </a:solidFill>
                <a:latin typeface="+mj-lt"/>
                <a:ea typeface="+mj-lt"/>
                <a:cs typeface="+mj-lt"/>
              </a:defRPr>
            </a:lvl5pPr>
            <a:lvl6pPr marL="0" indent="0" algn="ctr">
              <a:lnSpc>
                <a:spcPct val="110000"/>
              </a:lnSpc>
              <a:spcBef>
                <a:spcPts val="0"/>
              </a:spcBef>
              <a:spcAft>
                <a:spcPts val="0"/>
              </a:spcAft>
              <a:buNone/>
              <a:defRPr sz="4800" b="1">
                <a:solidFill>
                  <a:schemeClr val="tx1"/>
                </a:solidFill>
                <a:latin typeface="+mj-lt"/>
                <a:ea typeface="+mj-lt"/>
                <a:cs typeface="+mj-lt"/>
              </a:defRPr>
            </a:lvl6pPr>
            <a:lvl7pPr marL="0" indent="0" algn="ctr">
              <a:lnSpc>
                <a:spcPct val="110000"/>
              </a:lnSpc>
              <a:spcBef>
                <a:spcPts val="0"/>
              </a:spcBef>
              <a:spcAft>
                <a:spcPts val="0"/>
              </a:spcAft>
              <a:buNone/>
              <a:defRPr sz="4800" b="1">
                <a:solidFill>
                  <a:schemeClr val="tx1"/>
                </a:solidFill>
                <a:latin typeface="+mj-lt"/>
                <a:ea typeface="+mj-lt"/>
                <a:cs typeface="+mj-lt"/>
              </a:defRPr>
            </a:lvl7pPr>
            <a:lvl8pPr marL="0" indent="0" algn="ctr">
              <a:lnSpc>
                <a:spcPct val="110000"/>
              </a:lnSpc>
              <a:spcBef>
                <a:spcPts val="0"/>
              </a:spcBef>
              <a:spcAft>
                <a:spcPts val="0"/>
              </a:spcAft>
              <a:buNone/>
              <a:defRPr sz="4800" b="1">
                <a:solidFill>
                  <a:schemeClr val="tx1"/>
                </a:solidFill>
                <a:latin typeface="+mj-lt"/>
                <a:ea typeface="+mj-lt"/>
                <a:cs typeface="+mj-lt"/>
              </a:defRPr>
            </a:lvl8pPr>
            <a:lvl9pPr marL="0" indent="0" algn="ctr">
              <a:lnSpc>
                <a:spcPct val="110000"/>
              </a:lnSpc>
              <a:spcBef>
                <a:spcPts val="0"/>
              </a:spcBef>
              <a:spcAft>
                <a:spcPts val="0"/>
              </a:spcAft>
              <a:buNone/>
              <a:defRPr sz="4800" b="1">
                <a:solidFill>
                  <a:schemeClr val="tx1"/>
                </a:solidFill>
                <a:latin typeface="+mj-lt"/>
                <a:ea typeface="+mj-lt"/>
                <a:cs typeface="+mj-lt"/>
              </a:defRPr>
            </a:lvl9pPr>
          </a:lstStyle>
          <a:p xmlns:a="http://schemas.openxmlformats.org/drawingml/2006/main"/>
        </p:txBody>
      </p:sp>
      <p:sp>
        <p:nvSpPr>
          <p:cNvPr id="2" name="Subtitle">
            <a:extLst xmlns:a="http://schemas.openxmlformats.org/drawingml/2006/main">
              <a:ext uri="{FF2B5EF4-FFF2-40B4-BE49-F238E27FC236}">
                <a16:creationId xmlns:a16="http://schemas.microsoft.com/office/drawing/2014/main" id="{08F7BEC0-EF68-4262-A47D-F11AF7E44D8A}"/>
              </a:ext>
            </a:extLst>
          </p:cNvPr>
          <p:cNvSpPr>
            <a:spLocks xmlns:a="http://schemas.openxmlformats.org/drawingml/2006/main" noGrp="1"/>
          </p:cNvSpPr>
          <p:nvPr>
            <p:ph type="subTitle" idx="1"/>
          </p:nvPr>
        </p:nvSpPr>
        <p:spPr>
          <a:xfrm xmlns:a="http://schemas.openxmlformats.org/drawingml/2006/main">
            <a:off x="1828800" y="3771900"/>
            <a:ext cx="8534400" cy="762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2100" b="0">
                <a:solidFill>
                  <a:schemeClr val="tx1"/>
                </a:solidFill>
                <a:latin typeface="+mn-lt"/>
                <a:ea typeface="+mn-lt"/>
                <a:cs typeface="+mn-lt"/>
              </a:defRPr>
            </a:defPPr>
            <a:lvl1pPr marL="0" indent="0" algn="ctr">
              <a:lnSpc>
                <a:spcPct val="110000"/>
              </a:lnSpc>
              <a:spcBef>
                <a:spcPts val="0"/>
              </a:spcBef>
              <a:spcAft>
                <a:spcPts val="0"/>
              </a:spcAft>
              <a:buNone/>
              <a:defRPr sz="2100" b="0">
                <a:solidFill>
                  <a:schemeClr val="tx1"/>
                </a:solidFill>
                <a:latin typeface="+mn-lt"/>
                <a:ea typeface="+mn-lt"/>
                <a:cs typeface="+mn-lt"/>
              </a:defRPr>
            </a:lvl1pPr>
            <a:lvl2pPr marL="0" indent="0" algn="ctr">
              <a:lnSpc>
                <a:spcPct val="110000"/>
              </a:lnSpc>
              <a:spcBef>
                <a:spcPts val="0"/>
              </a:spcBef>
              <a:spcAft>
                <a:spcPts val="0"/>
              </a:spcAft>
              <a:buNone/>
              <a:defRPr sz="2100" b="0">
                <a:solidFill>
                  <a:schemeClr val="tx1"/>
                </a:solidFill>
                <a:latin typeface="+mn-lt"/>
                <a:ea typeface="+mn-lt"/>
                <a:cs typeface="+mn-lt"/>
              </a:defRPr>
            </a:lvl2pPr>
            <a:lvl3pPr marL="0" indent="0" algn="ctr">
              <a:lnSpc>
                <a:spcPct val="110000"/>
              </a:lnSpc>
              <a:spcBef>
                <a:spcPts val="0"/>
              </a:spcBef>
              <a:spcAft>
                <a:spcPts val="0"/>
              </a:spcAft>
              <a:buNone/>
              <a:defRPr sz="2100" b="0">
                <a:solidFill>
                  <a:schemeClr val="tx1"/>
                </a:solidFill>
                <a:latin typeface="+mn-lt"/>
                <a:ea typeface="+mn-lt"/>
                <a:cs typeface="+mn-lt"/>
              </a:defRPr>
            </a:lvl3pPr>
            <a:lvl4pPr marL="0" indent="0" algn="ctr">
              <a:lnSpc>
                <a:spcPct val="110000"/>
              </a:lnSpc>
              <a:spcBef>
                <a:spcPts val="0"/>
              </a:spcBef>
              <a:spcAft>
                <a:spcPts val="0"/>
              </a:spcAft>
              <a:buNone/>
              <a:defRPr sz="2100" b="0">
                <a:solidFill>
                  <a:schemeClr val="tx1"/>
                </a:solidFill>
                <a:latin typeface="+mn-lt"/>
                <a:ea typeface="+mn-lt"/>
                <a:cs typeface="+mn-lt"/>
              </a:defRPr>
            </a:lvl4pPr>
            <a:lvl5pPr marL="0" indent="0" algn="ctr">
              <a:lnSpc>
                <a:spcPct val="110000"/>
              </a:lnSpc>
              <a:spcBef>
                <a:spcPts val="0"/>
              </a:spcBef>
              <a:spcAft>
                <a:spcPts val="0"/>
              </a:spcAft>
              <a:buNone/>
              <a:defRPr sz="2100" b="0">
                <a:solidFill>
                  <a:schemeClr val="tx1"/>
                </a:solidFill>
                <a:latin typeface="+mn-lt"/>
                <a:ea typeface="+mn-lt"/>
                <a:cs typeface="+mn-lt"/>
              </a:defRPr>
            </a:lvl5pPr>
            <a:lvl6pPr marL="0" indent="0" algn="ctr">
              <a:lnSpc>
                <a:spcPct val="110000"/>
              </a:lnSpc>
              <a:spcBef>
                <a:spcPts val="0"/>
              </a:spcBef>
              <a:spcAft>
                <a:spcPts val="0"/>
              </a:spcAft>
              <a:buNone/>
              <a:defRPr sz="2100" b="0">
                <a:solidFill>
                  <a:schemeClr val="tx1"/>
                </a:solidFill>
                <a:latin typeface="+mn-lt"/>
                <a:ea typeface="+mn-lt"/>
                <a:cs typeface="+mn-lt"/>
              </a:defRPr>
            </a:lvl6pPr>
            <a:lvl7pPr marL="0" indent="0" algn="ctr">
              <a:lnSpc>
                <a:spcPct val="110000"/>
              </a:lnSpc>
              <a:spcBef>
                <a:spcPts val="0"/>
              </a:spcBef>
              <a:spcAft>
                <a:spcPts val="0"/>
              </a:spcAft>
              <a:buNone/>
              <a:defRPr sz="2100" b="0">
                <a:solidFill>
                  <a:schemeClr val="tx1"/>
                </a:solidFill>
                <a:latin typeface="+mn-lt"/>
                <a:ea typeface="+mn-lt"/>
                <a:cs typeface="+mn-lt"/>
              </a:defRPr>
            </a:lvl7pPr>
            <a:lvl8pPr marL="0" indent="0" algn="ctr">
              <a:lnSpc>
                <a:spcPct val="110000"/>
              </a:lnSpc>
              <a:spcBef>
                <a:spcPts val="0"/>
              </a:spcBef>
              <a:spcAft>
                <a:spcPts val="0"/>
              </a:spcAft>
              <a:buNone/>
              <a:defRPr sz="2100" b="0">
                <a:solidFill>
                  <a:schemeClr val="tx1"/>
                </a:solidFill>
                <a:latin typeface="+mn-lt"/>
                <a:ea typeface="+mn-lt"/>
                <a:cs typeface="+mn-lt"/>
              </a:defRPr>
            </a:lvl8pPr>
            <a:lvl9pPr marL="0" indent="0" algn="ctr">
              <a:lnSpc>
                <a:spcPct val="110000"/>
              </a:lnSpc>
              <a:spcBef>
                <a:spcPts val="0"/>
              </a:spcBef>
              <a:spcAft>
                <a:spcPts val="0"/>
              </a:spcAft>
              <a:buNone/>
              <a:defRPr sz="2100" b="0">
                <a:solidFill>
                  <a:schemeClr val="tx1"/>
                </a:solidFill>
                <a:latin typeface="+mn-lt"/>
                <a:ea typeface="+mn-lt"/>
                <a:cs typeface="+mn-lt"/>
              </a:defRPr>
            </a:lvl9pPr>
          </a:lstStyle>
          <a:p xmlns:a="http://schemas.openxmlformats.org/drawingml/2006/main"/>
        </p:txBody>
      </p:sp>
    </p:spTree>
  </p:cSld>
</p:sldLayout>
</file>

<file path=ppt/slideLayouts/slideLayout2.xml><?xml version="1.0" encoding="utf-8"?>
<p:sldLayout xmlns:p="http://schemas.openxmlformats.org/presentationml/2006/main">
  <p:cSld name="Section Header">
    <p:spTree>
      <p:nvGrpSpPr>
        <p:cNvPr id="1" name=""/>
        <p:cNvGrpSpPr/>
        <p:nvPr/>
      </p:nvGrpSpPr>
      <p:grpSpPr>
        <a:xfrm xmlns:a="http://schemas.openxmlformats.org/drawingml/2006/main"/>
      </p:grpSpPr>
      <p:sp>
        <p:nvSpPr>
          <p:cNvPr id="2" name="Section title">
            <a:extLst xmlns:a="http://schemas.openxmlformats.org/drawingml/2006/main">
              <a:ext uri="{FF2B5EF4-FFF2-40B4-BE49-F238E27FC236}">
                <a16:creationId xmlns:a16="http://schemas.microsoft.com/office/drawing/2014/main" id="{2878D1FC-8F82-419A-880E-35B6B87F1F53}"/>
              </a:ext>
            </a:extLst>
          </p:cNvPr>
          <p:cNvSpPr>
            <a:spLocks xmlns:a="http://schemas.openxmlformats.org/drawingml/2006/main" noGrp="1"/>
          </p:cNvSpPr>
          <p:nvPr>
            <p:ph type="title" idx="0"/>
          </p:nvPr>
        </p:nvSpPr>
        <p:spPr>
          <a:xfrm xmlns:a="http://schemas.openxmlformats.org/drawingml/2006/main">
            <a:off x="1219200" y="2857500"/>
            <a:ext cx="9753600" cy="1143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200" b="1">
                <a:solidFill>
                  <a:schemeClr val="tx1"/>
                </a:solidFill>
                <a:latin typeface="+mj-lt"/>
                <a:ea typeface="+mj-lt"/>
                <a:cs typeface="+mj-lt"/>
              </a:defRPr>
            </a:defPPr>
            <a:lvl1pPr marL="0" indent="0" algn="ctr">
              <a:lnSpc>
                <a:spcPct val="110000"/>
              </a:lnSpc>
              <a:spcBef>
                <a:spcPts val="0"/>
              </a:spcBef>
              <a:spcAft>
                <a:spcPts val="0"/>
              </a:spcAft>
              <a:buNone/>
              <a:defRPr sz="4200" b="1">
                <a:solidFill>
                  <a:schemeClr val="tx1"/>
                </a:solidFill>
                <a:latin typeface="+mj-lt"/>
                <a:ea typeface="+mj-lt"/>
                <a:cs typeface="+mj-lt"/>
              </a:defRPr>
            </a:lvl1pPr>
            <a:lvl2pPr marL="0" indent="0" algn="ctr">
              <a:lnSpc>
                <a:spcPct val="110000"/>
              </a:lnSpc>
              <a:spcBef>
                <a:spcPts val="0"/>
              </a:spcBef>
              <a:spcAft>
                <a:spcPts val="0"/>
              </a:spcAft>
              <a:buNone/>
              <a:defRPr sz="4200" b="1">
                <a:solidFill>
                  <a:schemeClr val="tx1"/>
                </a:solidFill>
                <a:latin typeface="+mj-lt"/>
                <a:ea typeface="+mj-lt"/>
                <a:cs typeface="+mj-lt"/>
              </a:defRPr>
            </a:lvl2pPr>
            <a:lvl3pPr marL="0" indent="0" algn="ctr">
              <a:lnSpc>
                <a:spcPct val="110000"/>
              </a:lnSpc>
              <a:spcBef>
                <a:spcPts val="0"/>
              </a:spcBef>
              <a:spcAft>
                <a:spcPts val="0"/>
              </a:spcAft>
              <a:buNone/>
              <a:defRPr sz="4200" b="1">
                <a:solidFill>
                  <a:schemeClr val="tx1"/>
                </a:solidFill>
                <a:latin typeface="+mj-lt"/>
                <a:ea typeface="+mj-lt"/>
                <a:cs typeface="+mj-lt"/>
              </a:defRPr>
            </a:lvl3pPr>
            <a:lvl4pPr marL="0" indent="0" algn="ctr">
              <a:lnSpc>
                <a:spcPct val="110000"/>
              </a:lnSpc>
              <a:spcBef>
                <a:spcPts val="0"/>
              </a:spcBef>
              <a:spcAft>
                <a:spcPts val="0"/>
              </a:spcAft>
              <a:buNone/>
              <a:defRPr sz="4200" b="1">
                <a:solidFill>
                  <a:schemeClr val="tx1"/>
                </a:solidFill>
                <a:latin typeface="+mj-lt"/>
                <a:ea typeface="+mj-lt"/>
                <a:cs typeface="+mj-lt"/>
              </a:defRPr>
            </a:lvl4pPr>
            <a:lvl5pPr marL="0" indent="0" algn="ctr">
              <a:lnSpc>
                <a:spcPct val="110000"/>
              </a:lnSpc>
              <a:spcBef>
                <a:spcPts val="0"/>
              </a:spcBef>
              <a:spcAft>
                <a:spcPts val="0"/>
              </a:spcAft>
              <a:buNone/>
              <a:defRPr sz="4200" b="1">
                <a:solidFill>
                  <a:schemeClr val="tx1"/>
                </a:solidFill>
                <a:latin typeface="+mj-lt"/>
                <a:ea typeface="+mj-lt"/>
                <a:cs typeface="+mj-lt"/>
              </a:defRPr>
            </a:lvl5pPr>
            <a:lvl6pPr marL="0" indent="0" algn="ctr">
              <a:lnSpc>
                <a:spcPct val="110000"/>
              </a:lnSpc>
              <a:spcBef>
                <a:spcPts val="0"/>
              </a:spcBef>
              <a:spcAft>
                <a:spcPts val="0"/>
              </a:spcAft>
              <a:buNone/>
              <a:defRPr sz="4200" b="1">
                <a:solidFill>
                  <a:schemeClr val="tx1"/>
                </a:solidFill>
                <a:latin typeface="+mj-lt"/>
                <a:ea typeface="+mj-lt"/>
                <a:cs typeface="+mj-lt"/>
              </a:defRPr>
            </a:lvl6pPr>
            <a:lvl7pPr marL="0" indent="0" algn="ctr">
              <a:lnSpc>
                <a:spcPct val="110000"/>
              </a:lnSpc>
              <a:spcBef>
                <a:spcPts val="0"/>
              </a:spcBef>
              <a:spcAft>
                <a:spcPts val="0"/>
              </a:spcAft>
              <a:buNone/>
              <a:defRPr sz="4200" b="1">
                <a:solidFill>
                  <a:schemeClr val="tx1"/>
                </a:solidFill>
                <a:latin typeface="+mj-lt"/>
                <a:ea typeface="+mj-lt"/>
                <a:cs typeface="+mj-lt"/>
              </a:defRPr>
            </a:lvl7pPr>
            <a:lvl8pPr marL="0" indent="0" algn="ctr">
              <a:lnSpc>
                <a:spcPct val="110000"/>
              </a:lnSpc>
              <a:spcBef>
                <a:spcPts val="0"/>
              </a:spcBef>
              <a:spcAft>
                <a:spcPts val="0"/>
              </a:spcAft>
              <a:buNone/>
              <a:defRPr sz="4200" b="1">
                <a:solidFill>
                  <a:schemeClr val="tx1"/>
                </a:solidFill>
                <a:latin typeface="+mj-lt"/>
                <a:ea typeface="+mj-lt"/>
                <a:cs typeface="+mj-lt"/>
              </a:defRPr>
            </a:lvl8pPr>
            <a:lvl9pPr marL="0" indent="0" algn="ctr">
              <a:lnSpc>
                <a:spcPct val="110000"/>
              </a:lnSpc>
              <a:spcBef>
                <a:spcPts val="0"/>
              </a:spcBef>
              <a:spcAft>
                <a:spcPts val="0"/>
              </a:spcAft>
              <a:buNone/>
              <a:defRPr sz="4200" b="1">
                <a:solidFill>
                  <a:schemeClr val="tx1"/>
                </a:solidFill>
                <a:latin typeface="+mj-lt"/>
                <a:ea typeface="+mj-lt"/>
                <a:cs typeface="+mj-lt"/>
              </a:defRPr>
            </a:lvl9pPr>
          </a:lstStyle>
          <a:p xmlns:a="http://schemas.openxmlformats.org/drawingml/2006/main"/>
        </p:txBody>
      </p:sp>
    </p:spTree>
  </p:cSld>
</p:sldLayout>
</file>

<file path=ppt/slideLayouts/slideLayout3.xml><?xml version="1.0" encoding="utf-8"?>
<p:sldLayout xmlns:p="http://schemas.openxmlformats.org/presentationml/2006/main">
  <p:cSld name="Title and Body">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B3AB0165-3B4F-47B4-8CA9-0364D933AC2C}"/>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Body">
            <a:extLst xmlns:a="http://schemas.openxmlformats.org/drawingml/2006/main">
              <a:ext uri="{FF2B5EF4-FFF2-40B4-BE49-F238E27FC236}">
                <a16:creationId xmlns:a16="http://schemas.microsoft.com/office/drawing/2014/main" id="{C49DCD8B-45DE-4DFE-935F-4D10D5A2341F}"/>
              </a:ext>
            </a:extLst>
          </p:cNvPr>
          <p:cNvSpPr>
            <a:spLocks xmlns:a="http://schemas.openxmlformats.org/drawingml/2006/main" noGrp="1"/>
          </p:cNvSpPr>
          <p:nvPr>
            <p:ph type="body" idx="1"/>
          </p:nvPr>
        </p:nvSpPr>
        <p:spPr>
          <a:xfrm xmlns:a="http://schemas.openxmlformats.org/drawingml/2006/main">
            <a:off x="685800" y="1905000"/>
            <a:ext cx="108204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gn="l">
              <a:lnSpc>
                <a:spcPct val="110000"/>
              </a:lnSpc>
              <a:spcBef>
                <a:spcPts val="0"/>
              </a:spcBef>
              <a:spcAft>
                <a:spcPts val="1200"/>
              </a:spcAft>
              <a:buChar char="•"/>
              <a:defRPr sz="2250" b="0">
                <a:solidFill>
                  <a:schemeClr val="tx1"/>
                </a:solidFill>
                <a:latin typeface="+mn-lt"/>
                <a:ea typeface="+mn-lt"/>
                <a:cs typeface="+mn-lt"/>
              </a:defRPr>
            </a:lvl1pPr>
            <a:lvl2pPr marL="533400" indent="-228600" algn="l">
              <a:lnSpc>
                <a:spcPct val="110000"/>
              </a:lnSpc>
              <a:spcBef>
                <a:spcPts val="0"/>
              </a:spcBef>
              <a:spcAft>
                <a:spcPts val="1200"/>
              </a:spcAft>
              <a:buChar char="•"/>
              <a:defRPr sz="2250" b="0">
                <a:solidFill>
                  <a:schemeClr val="tx1"/>
                </a:solidFill>
                <a:latin typeface="+mn-lt"/>
                <a:ea typeface="+mn-lt"/>
                <a:cs typeface="+mn-lt"/>
              </a:defRPr>
            </a:lvl2pPr>
            <a:lvl3pPr marL="838200" indent="-228600" algn="l">
              <a:lnSpc>
                <a:spcPct val="110000"/>
              </a:lnSpc>
              <a:spcBef>
                <a:spcPts val="0"/>
              </a:spcBef>
              <a:spcAft>
                <a:spcPts val="1200"/>
              </a:spcAft>
              <a:buChar char="•"/>
              <a:defRPr sz="2250" b="0">
                <a:solidFill>
                  <a:schemeClr val="tx1"/>
                </a:solidFill>
                <a:latin typeface="+mn-lt"/>
                <a:ea typeface="+mn-lt"/>
                <a:cs typeface="+mn-lt"/>
              </a:defRPr>
            </a:lvl3pPr>
            <a:lvl4pPr marL="1143000" indent="-228600" algn="l">
              <a:lnSpc>
                <a:spcPct val="110000"/>
              </a:lnSpc>
              <a:spcBef>
                <a:spcPts val="0"/>
              </a:spcBef>
              <a:spcAft>
                <a:spcPts val="1200"/>
              </a:spcAft>
              <a:buChar char="•"/>
              <a:defRPr sz="2250" b="0">
                <a:solidFill>
                  <a:schemeClr val="tx1"/>
                </a:solidFill>
                <a:latin typeface="+mn-lt"/>
                <a:ea typeface="+mn-lt"/>
                <a:cs typeface="+mn-lt"/>
              </a:defRPr>
            </a:lvl4pPr>
            <a:lvl5pPr marL="1447800" indent="-228600" algn="l">
              <a:lnSpc>
                <a:spcPct val="110000"/>
              </a:lnSpc>
              <a:spcBef>
                <a:spcPts val="0"/>
              </a:spcBef>
              <a:spcAft>
                <a:spcPts val="1200"/>
              </a:spcAft>
              <a:buChar char="•"/>
              <a:defRPr sz="2250" b="0">
                <a:solidFill>
                  <a:schemeClr val="tx1"/>
                </a:solidFill>
                <a:latin typeface="+mn-lt"/>
                <a:ea typeface="+mn-lt"/>
                <a:cs typeface="+mn-lt"/>
              </a:defRPr>
            </a:lvl5pPr>
            <a:lvl6pPr marL="1752600" indent="-228600" algn="l">
              <a:lnSpc>
                <a:spcPct val="110000"/>
              </a:lnSpc>
              <a:spcBef>
                <a:spcPts val="0"/>
              </a:spcBef>
              <a:spcAft>
                <a:spcPts val="1200"/>
              </a:spcAft>
              <a:buChar char="•"/>
              <a:defRPr sz="2250" b="0">
                <a:solidFill>
                  <a:schemeClr val="tx1"/>
                </a:solidFill>
                <a:latin typeface="+mn-lt"/>
                <a:ea typeface="+mn-lt"/>
                <a:cs typeface="+mn-lt"/>
              </a:defRPr>
            </a:lvl6pPr>
            <a:lvl7pPr marL="2057400" indent="-228600" algn="l">
              <a:lnSpc>
                <a:spcPct val="110000"/>
              </a:lnSpc>
              <a:spcBef>
                <a:spcPts val="0"/>
              </a:spcBef>
              <a:spcAft>
                <a:spcPts val="1200"/>
              </a:spcAft>
              <a:buChar char="•"/>
              <a:defRPr sz="2250" b="0">
                <a:solidFill>
                  <a:schemeClr val="tx1"/>
                </a:solidFill>
                <a:latin typeface="+mn-lt"/>
                <a:ea typeface="+mn-lt"/>
                <a:cs typeface="+mn-lt"/>
              </a:defRPr>
            </a:lvl7pPr>
            <a:lvl8pPr marL="2362200" indent="-228600" algn="l">
              <a:lnSpc>
                <a:spcPct val="110000"/>
              </a:lnSpc>
              <a:spcBef>
                <a:spcPts val="0"/>
              </a:spcBef>
              <a:spcAft>
                <a:spcPts val="1200"/>
              </a:spcAft>
              <a:buChar char="•"/>
              <a:defRPr sz="2250" b="0">
                <a:solidFill>
                  <a:schemeClr val="tx1"/>
                </a:solidFill>
                <a:latin typeface="+mn-lt"/>
                <a:ea typeface="+mn-lt"/>
                <a:cs typeface="+mn-lt"/>
              </a:defRPr>
            </a:lvl8pPr>
            <a:lvl9pPr marL="2667000" indent="-228600"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4.xml><?xml version="1.0" encoding="utf-8"?>
<p:sldLayout xmlns:p="http://schemas.openxmlformats.org/presentationml/2006/main">
  <p:cSld name="Title and Two Column">
    <p:spTree>
      <p:nvGrpSpPr>
        <p:cNvPr id="1" name=""/>
        <p:cNvGrpSpPr/>
        <p:nvPr/>
      </p:nvGrpSpPr>
      <p:grpSpPr>
        <a:xfrm xmlns:a="http://schemas.openxmlformats.org/drawingml/2006/main"/>
      </p:grpSpPr>
      <p:sp>
        <p:nvSpPr>
          <p:cNvPr id="4" name="Title">
            <a:extLst xmlns:a="http://schemas.openxmlformats.org/drawingml/2006/main">
              <a:ext uri="{FF2B5EF4-FFF2-40B4-BE49-F238E27FC236}">
                <a16:creationId xmlns:a16="http://schemas.microsoft.com/office/drawing/2014/main" id="{3D401B7F-699A-429E-8942-28A24ED5BDC7}"/>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64D78C2C-569A-489D-B1EA-19479F1C4A54}"/>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gn="l">
              <a:lnSpc>
                <a:spcPct val="110000"/>
              </a:lnSpc>
              <a:spcBef>
                <a:spcPts val="0"/>
              </a:spcBef>
              <a:spcAft>
                <a:spcPts val="1200"/>
              </a:spcAft>
              <a:buChar char="•"/>
              <a:defRPr sz="2100" b="0">
                <a:solidFill>
                  <a:schemeClr val="tx1"/>
                </a:solidFill>
                <a:latin typeface="+mn-lt"/>
                <a:ea typeface="+mn-lt"/>
                <a:cs typeface="+mn-lt"/>
              </a:defRPr>
            </a:lvl1pPr>
            <a:lvl2pPr marL="533400" indent="-228600" algn="l">
              <a:lnSpc>
                <a:spcPct val="110000"/>
              </a:lnSpc>
              <a:spcBef>
                <a:spcPts val="0"/>
              </a:spcBef>
              <a:spcAft>
                <a:spcPts val="1200"/>
              </a:spcAft>
              <a:buChar char="•"/>
              <a:defRPr sz="2100" b="0">
                <a:solidFill>
                  <a:schemeClr val="tx1"/>
                </a:solidFill>
                <a:latin typeface="+mn-lt"/>
                <a:ea typeface="+mn-lt"/>
                <a:cs typeface="+mn-lt"/>
              </a:defRPr>
            </a:lvl2pPr>
            <a:lvl3pPr marL="838200" indent="-228600" algn="l">
              <a:lnSpc>
                <a:spcPct val="110000"/>
              </a:lnSpc>
              <a:spcBef>
                <a:spcPts val="0"/>
              </a:spcBef>
              <a:spcAft>
                <a:spcPts val="1200"/>
              </a:spcAft>
              <a:buChar char="•"/>
              <a:defRPr sz="2100" b="0">
                <a:solidFill>
                  <a:schemeClr val="tx1"/>
                </a:solidFill>
                <a:latin typeface="+mn-lt"/>
                <a:ea typeface="+mn-lt"/>
                <a:cs typeface="+mn-lt"/>
              </a:defRPr>
            </a:lvl3pPr>
            <a:lvl4pPr marL="1143000" indent="-228600" algn="l">
              <a:lnSpc>
                <a:spcPct val="110000"/>
              </a:lnSpc>
              <a:spcBef>
                <a:spcPts val="0"/>
              </a:spcBef>
              <a:spcAft>
                <a:spcPts val="1200"/>
              </a:spcAft>
              <a:buChar char="•"/>
              <a:defRPr sz="2100" b="0">
                <a:solidFill>
                  <a:schemeClr val="tx1"/>
                </a:solidFill>
                <a:latin typeface="+mn-lt"/>
                <a:ea typeface="+mn-lt"/>
                <a:cs typeface="+mn-lt"/>
              </a:defRPr>
            </a:lvl4pPr>
            <a:lvl5pPr marL="1447800" indent="-228600" algn="l">
              <a:lnSpc>
                <a:spcPct val="110000"/>
              </a:lnSpc>
              <a:spcBef>
                <a:spcPts val="0"/>
              </a:spcBef>
              <a:spcAft>
                <a:spcPts val="1200"/>
              </a:spcAft>
              <a:buChar char="•"/>
              <a:defRPr sz="2100" b="0">
                <a:solidFill>
                  <a:schemeClr val="tx1"/>
                </a:solidFill>
                <a:latin typeface="+mn-lt"/>
                <a:ea typeface="+mn-lt"/>
                <a:cs typeface="+mn-lt"/>
              </a:defRPr>
            </a:lvl5pPr>
            <a:lvl6pPr marL="1752600" indent="-228600" algn="l">
              <a:lnSpc>
                <a:spcPct val="110000"/>
              </a:lnSpc>
              <a:spcBef>
                <a:spcPts val="0"/>
              </a:spcBef>
              <a:spcAft>
                <a:spcPts val="1200"/>
              </a:spcAft>
              <a:buChar char="•"/>
              <a:defRPr sz="2100" b="0">
                <a:solidFill>
                  <a:schemeClr val="tx1"/>
                </a:solidFill>
                <a:latin typeface="+mn-lt"/>
                <a:ea typeface="+mn-lt"/>
                <a:cs typeface="+mn-lt"/>
              </a:defRPr>
            </a:lvl6pPr>
            <a:lvl7pPr marL="2057400" indent="-228600" algn="l">
              <a:lnSpc>
                <a:spcPct val="110000"/>
              </a:lnSpc>
              <a:spcBef>
                <a:spcPts val="0"/>
              </a:spcBef>
              <a:spcAft>
                <a:spcPts val="1200"/>
              </a:spcAft>
              <a:buChar char="•"/>
              <a:defRPr sz="2100" b="0">
                <a:solidFill>
                  <a:schemeClr val="tx1"/>
                </a:solidFill>
                <a:latin typeface="+mn-lt"/>
                <a:ea typeface="+mn-lt"/>
                <a:cs typeface="+mn-lt"/>
              </a:defRPr>
            </a:lvl7pPr>
            <a:lvl8pPr marL="2362200" indent="-228600" algn="l">
              <a:lnSpc>
                <a:spcPct val="110000"/>
              </a:lnSpc>
              <a:spcBef>
                <a:spcPts val="0"/>
              </a:spcBef>
              <a:spcAft>
                <a:spcPts val="1200"/>
              </a:spcAft>
              <a:buChar char="•"/>
              <a:defRPr sz="2100" b="0">
                <a:solidFill>
                  <a:schemeClr val="tx1"/>
                </a:solidFill>
                <a:latin typeface="+mn-lt"/>
                <a:ea typeface="+mn-lt"/>
                <a:cs typeface="+mn-lt"/>
              </a:defRPr>
            </a:lvl8pPr>
            <a:lvl9pPr marL="2667000" indent="-228600"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
        <p:nvSpPr>
          <p:cNvPr id="3" name="Right column">
            <a:extLst xmlns:a="http://schemas.openxmlformats.org/drawingml/2006/main">
              <a:ext uri="{FF2B5EF4-FFF2-40B4-BE49-F238E27FC236}">
                <a16:creationId xmlns:a16="http://schemas.microsoft.com/office/drawing/2014/main" id="{110AB4D8-8E38-4B77-8CF9-0BA0FB7AA415}"/>
              </a:ext>
            </a:extLst>
          </p:cNvPr>
          <p:cNvSpPr>
            <a:spLocks xmlns:a="http://schemas.openxmlformats.org/drawingml/2006/main" noGrp="1"/>
          </p:cNvSpPr>
          <p:nvPr>
            <p:ph type="body" idx="2"/>
          </p:nvPr>
        </p:nvSpPr>
        <p:spPr>
          <a:xfrm xmlns:a="http://schemas.openxmlformats.org/drawingml/2006/main">
            <a:off x="64770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gn="l">
              <a:lnSpc>
                <a:spcPct val="110000"/>
              </a:lnSpc>
              <a:spcBef>
                <a:spcPts val="0"/>
              </a:spcBef>
              <a:spcAft>
                <a:spcPts val="1200"/>
              </a:spcAft>
              <a:buChar char="•"/>
              <a:defRPr sz="2100" b="0">
                <a:solidFill>
                  <a:schemeClr val="tx1"/>
                </a:solidFill>
                <a:latin typeface="+mn-lt"/>
                <a:ea typeface="+mn-lt"/>
                <a:cs typeface="+mn-lt"/>
              </a:defRPr>
            </a:lvl1pPr>
            <a:lvl2pPr marL="533400" indent="-228600" algn="l">
              <a:lnSpc>
                <a:spcPct val="110000"/>
              </a:lnSpc>
              <a:spcBef>
                <a:spcPts val="0"/>
              </a:spcBef>
              <a:spcAft>
                <a:spcPts val="1200"/>
              </a:spcAft>
              <a:buChar char="•"/>
              <a:defRPr sz="2100" b="0">
                <a:solidFill>
                  <a:schemeClr val="tx1"/>
                </a:solidFill>
                <a:latin typeface="+mn-lt"/>
                <a:ea typeface="+mn-lt"/>
                <a:cs typeface="+mn-lt"/>
              </a:defRPr>
            </a:lvl2pPr>
            <a:lvl3pPr marL="838200" indent="-228600" algn="l">
              <a:lnSpc>
                <a:spcPct val="110000"/>
              </a:lnSpc>
              <a:spcBef>
                <a:spcPts val="0"/>
              </a:spcBef>
              <a:spcAft>
                <a:spcPts val="1200"/>
              </a:spcAft>
              <a:buChar char="•"/>
              <a:defRPr sz="2100" b="0">
                <a:solidFill>
                  <a:schemeClr val="tx1"/>
                </a:solidFill>
                <a:latin typeface="+mn-lt"/>
                <a:ea typeface="+mn-lt"/>
                <a:cs typeface="+mn-lt"/>
              </a:defRPr>
            </a:lvl3pPr>
            <a:lvl4pPr marL="1143000" indent="-228600" algn="l">
              <a:lnSpc>
                <a:spcPct val="110000"/>
              </a:lnSpc>
              <a:spcBef>
                <a:spcPts val="0"/>
              </a:spcBef>
              <a:spcAft>
                <a:spcPts val="1200"/>
              </a:spcAft>
              <a:buChar char="•"/>
              <a:defRPr sz="2100" b="0">
                <a:solidFill>
                  <a:schemeClr val="tx1"/>
                </a:solidFill>
                <a:latin typeface="+mn-lt"/>
                <a:ea typeface="+mn-lt"/>
                <a:cs typeface="+mn-lt"/>
              </a:defRPr>
            </a:lvl4pPr>
            <a:lvl5pPr marL="1447800" indent="-228600" algn="l">
              <a:lnSpc>
                <a:spcPct val="110000"/>
              </a:lnSpc>
              <a:spcBef>
                <a:spcPts val="0"/>
              </a:spcBef>
              <a:spcAft>
                <a:spcPts val="1200"/>
              </a:spcAft>
              <a:buChar char="•"/>
              <a:defRPr sz="2100" b="0">
                <a:solidFill>
                  <a:schemeClr val="tx1"/>
                </a:solidFill>
                <a:latin typeface="+mn-lt"/>
                <a:ea typeface="+mn-lt"/>
                <a:cs typeface="+mn-lt"/>
              </a:defRPr>
            </a:lvl5pPr>
            <a:lvl6pPr marL="1752600" indent="-228600" algn="l">
              <a:lnSpc>
                <a:spcPct val="110000"/>
              </a:lnSpc>
              <a:spcBef>
                <a:spcPts val="0"/>
              </a:spcBef>
              <a:spcAft>
                <a:spcPts val="1200"/>
              </a:spcAft>
              <a:buChar char="•"/>
              <a:defRPr sz="2100" b="0">
                <a:solidFill>
                  <a:schemeClr val="tx1"/>
                </a:solidFill>
                <a:latin typeface="+mn-lt"/>
                <a:ea typeface="+mn-lt"/>
                <a:cs typeface="+mn-lt"/>
              </a:defRPr>
            </a:lvl6pPr>
            <a:lvl7pPr marL="2057400" indent="-228600" algn="l">
              <a:lnSpc>
                <a:spcPct val="110000"/>
              </a:lnSpc>
              <a:spcBef>
                <a:spcPts val="0"/>
              </a:spcBef>
              <a:spcAft>
                <a:spcPts val="1200"/>
              </a:spcAft>
              <a:buChar char="•"/>
              <a:defRPr sz="2100" b="0">
                <a:solidFill>
                  <a:schemeClr val="tx1"/>
                </a:solidFill>
                <a:latin typeface="+mn-lt"/>
                <a:ea typeface="+mn-lt"/>
                <a:cs typeface="+mn-lt"/>
              </a:defRPr>
            </a:lvl7pPr>
            <a:lvl8pPr marL="2362200" indent="-228600" algn="l">
              <a:lnSpc>
                <a:spcPct val="110000"/>
              </a:lnSpc>
              <a:spcBef>
                <a:spcPts val="0"/>
              </a:spcBef>
              <a:spcAft>
                <a:spcPts val="1200"/>
              </a:spcAft>
              <a:buChar char="•"/>
              <a:defRPr sz="2100" b="0">
                <a:solidFill>
                  <a:schemeClr val="tx1"/>
                </a:solidFill>
                <a:latin typeface="+mn-lt"/>
                <a:ea typeface="+mn-lt"/>
                <a:cs typeface="+mn-lt"/>
              </a:defRPr>
            </a:lvl8pPr>
            <a:lvl9pPr marL="2667000" indent="-228600"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Tree>
  </p:cSld>
</p:sldLayout>
</file>

<file path=ppt/slideLayouts/slideLayout5.xml><?xml version="1.0" encoding="utf-8"?>
<p:sldLayout xmlns:p="http://schemas.openxmlformats.org/presentationml/2006/main">
  <p:cSld name="Title and One Column">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102FD60A-8A22-4469-8D06-68EF2B053EA8}"/>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091798EF-5252-4BE9-AC3B-A24C42D03872}"/>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gn="l">
              <a:lnSpc>
                <a:spcPct val="110000"/>
              </a:lnSpc>
              <a:spcBef>
                <a:spcPts val="0"/>
              </a:spcBef>
              <a:spcAft>
                <a:spcPts val="1200"/>
              </a:spcAft>
              <a:buChar char="•"/>
              <a:defRPr sz="2250" b="0">
                <a:solidFill>
                  <a:schemeClr val="tx1"/>
                </a:solidFill>
                <a:latin typeface="+mn-lt"/>
                <a:ea typeface="+mn-lt"/>
                <a:cs typeface="+mn-lt"/>
              </a:defRPr>
            </a:lvl1pPr>
            <a:lvl2pPr marL="533400" indent="-228600" algn="l">
              <a:lnSpc>
                <a:spcPct val="110000"/>
              </a:lnSpc>
              <a:spcBef>
                <a:spcPts val="0"/>
              </a:spcBef>
              <a:spcAft>
                <a:spcPts val="1200"/>
              </a:spcAft>
              <a:buChar char="•"/>
              <a:defRPr sz="2250" b="0">
                <a:solidFill>
                  <a:schemeClr val="tx1"/>
                </a:solidFill>
                <a:latin typeface="+mn-lt"/>
                <a:ea typeface="+mn-lt"/>
                <a:cs typeface="+mn-lt"/>
              </a:defRPr>
            </a:lvl2pPr>
            <a:lvl3pPr marL="838200" indent="-228600" algn="l">
              <a:lnSpc>
                <a:spcPct val="110000"/>
              </a:lnSpc>
              <a:spcBef>
                <a:spcPts val="0"/>
              </a:spcBef>
              <a:spcAft>
                <a:spcPts val="1200"/>
              </a:spcAft>
              <a:buChar char="•"/>
              <a:defRPr sz="2250" b="0">
                <a:solidFill>
                  <a:schemeClr val="tx1"/>
                </a:solidFill>
                <a:latin typeface="+mn-lt"/>
                <a:ea typeface="+mn-lt"/>
                <a:cs typeface="+mn-lt"/>
              </a:defRPr>
            </a:lvl3pPr>
            <a:lvl4pPr marL="1143000" indent="-228600" algn="l">
              <a:lnSpc>
                <a:spcPct val="110000"/>
              </a:lnSpc>
              <a:spcBef>
                <a:spcPts val="0"/>
              </a:spcBef>
              <a:spcAft>
                <a:spcPts val="1200"/>
              </a:spcAft>
              <a:buChar char="•"/>
              <a:defRPr sz="2250" b="0">
                <a:solidFill>
                  <a:schemeClr val="tx1"/>
                </a:solidFill>
                <a:latin typeface="+mn-lt"/>
                <a:ea typeface="+mn-lt"/>
                <a:cs typeface="+mn-lt"/>
              </a:defRPr>
            </a:lvl4pPr>
            <a:lvl5pPr marL="1447800" indent="-228600" algn="l">
              <a:lnSpc>
                <a:spcPct val="110000"/>
              </a:lnSpc>
              <a:spcBef>
                <a:spcPts val="0"/>
              </a:spcBef>
              <a:spcAft>
                <a:spcPts val="1200"/>
              </a:spcAft>
              <a:buChar char="•"/>
              <a:defRPr sz="2250" b="0">
                <a:solidFill>
                  <a:schemeClr val="tx1"/>
                </a:solidFill>
                <a:latin typeface="+mn-lt"/>
                <a:ea typeface="+mn-lt"/>
                <a:cs typeface="+mn-lt"/>
              </a:defRPr>
            </a:lvl5pPr>
            <a:lvl6pPr marL="1752600" indent="-228600" algn="l">
              <a:lnSpc>
                <a:spcPct val="110000"/>
              </a:lnSpc>
              <a:spcBef>
                <a:spcPts val="0"/>
              </a:spcBef>
              <a:spcAft>
                <a:spcPts val="1200"/>
              </a:spcAft>
              <a:buChar char="•"/>
              <a:defRPr sz="2250" b="0">
                <a:solidFill>
                  <a:schemeClr val="tx1"/>
                </a:solidFill>
                <a:latin typeface="+mn-lt"/>
                <a:ea typeface="+mn-lt"/>
                <a:cs typeface="+mn-lt"/>
              </a:defRPr>
            </a:lvl6pPr>
            <a:lvl7pPr marL="2057400" indent="-228600" algn="l">
              <a:lnSpc>
                <a:spcPct val="110000"/>
              </a:lnSpc>
              <a:spcBef>
                <a:spcPts val="0"/>
              </a:spcBef>
              <a:spcAft>
                <a:spcPts val="1200"/>
              </a:spcAft>
              <a:buChar char="•"/>
              <a:defRPr sz="2250" b="0">
                <a:solidFill>
                  <a:schemeClr val="tx1"/>
                </a:solidFill>
                <a:latin typeface="+mn-lt"/>
                <a:ea typeface="+mn-lt"/>
                <a:cs typeface="+mn-lt"/>
              </a:defRPr>
            </a:lvl7pPr>
            <a:lvl8pPr marL="2362200" indent="-228600" algn="l">
              <a:lnSpc>
                <a:spcPct val="110000"/>
              </a:lnSpc>
              <a:spcBef>
                <a:spcPts val="0"/>
              </a:spcBef>
              <a:spcAft>
                <a:spcPts val="1200"/>
              </a:spcAft>
              <a:buChar char="•"/>
              <a:defRPr sz="2250" b="0">
                <a:solidFill>
                  <a:schemeClr val="tx1"/>
                </a:solidFill>
                <a:latin typeface="+mn-lt"/>
                <a:ea typeface="+mn-lt"/>
                <a:cs typeface="+mn-lt"/>
              </a:defRPr>
            </a:lvl8pPr>
            <a:lvl9pPr marL="2667000" indent="-228600"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6.xml><?xml version="1.0" encoding="utf-8"?>
<p:sldLayout xmlns:p="http://schemas.openxmlformats.org/presentationml/2006/main" type="blank">
  <p:cSld name="Blank">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a2e8cb06990a4bbd" /><Relationship Type="http://schemas.openxmlformats.org/officeDocument/2006/relationships/slideLayout" Target="/ppt/slideLayouts/slideLayout1.xml" Id="Ra4074e6f718e427c" /><Relationship Type="http://schemas.openxmlformats.org/officeDocument/2006/relationships/slideLayout" Target="/ppt/slideLayouts/slideLayout2.xml" Id="Rbc1bb9fb992c4420" /><Relationship Type="http://schemas.openxmlformats.org/officeDocument/2006/relationships/slideLayout" Target="/ppt/slideLayouts/slideLayout3.xml" Id="R1a9addac905247f4" /><Relationship Type="http://schemas.openxmlformats.org/officeDocument/2006/relationships/slideLayout" Target="/ppt/slideLayouts/slideLayout4.xml" Id="Rd1a554ebd2bb47cd" /><Relationship Type="http://schemas.openxmlformats.org/officeDocument/2006/relationships/slideLayout" Target="/ppt/slideLayouts/slideLayout5.xml" Id="R915228c77afd4363" /><Relationship Type="http://schemas.openxmlformats.org/officeDocument/2006/relationships/slideLayout" Target="/ppt/slideLayouts/slideLayout6.xml" Id="R70f98d98318c422f"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a4074e6f718e427c"/>
    <p:sldLayoutId xmlns:r="http://schemas.openxmlformats.org/officeDocument/2006/relationships" id="2147483650" r:id="Rbc1bb9fb992c4420"/>
    <p:sldLayoutId xmlns:r="http://schemas.openxmlformats.org/officeDocument/2006/relationships" id="2147483651" r:id="R1a9addac905247f4"/>
    <p:sldLayoutId xmlns:r="http://schemas.openxmlformats.org/officeDocument/2006/relationships" id="2147483652" r:id="Rd1a554ebd2bb47cd"/>
    <p:sldLayoutId xmlns:r="http://schemas.openxmlformats.org/officeDocument/2006/relationships" id="2147483653" r:id="R915228c77afd4363"/>
    <p:sldLayoutId xmlns:r="http://schemas.openxmlformats.org/officeDocument/2006/relationships" id="2147483654" r:id="R70f98d98318c422f"/>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6.xml" Id="Reba2c3c9d4724cf2" /><Relationship Type="http://schemas.openxmlformats.org/officeDocument/2006/relationships/notesSlide" Target="/ppt/notesSlides/notesSlide1.xml" Id="Rd60aefbdc2d44b5e" /></Relationships>
</file>

<file path=ppt/slides/_rels/slide2.xml.rels>&#65279;<?xml version="1.0" encoding="utf-8"?><Relationships xmlns="http://schemas.openxmlformats.org/package/2006/relationships"><Relationship Type="http://schemas.openxmlformats.org/officeDocument/2006/relationships/slideLayout" Target="/ppt/slideLayouts/slideLayout6.xml" Id="R47d437f7e93e4c9a" /><Relationship Type="http://schemas.openxmlformats.org/officeDocument/2006/relationships/image" Target="/ppt/media/image.png" Id="R8b4781586fc14cc4" /><Relationship Type="http://schemas.openxmlformats.org/officeDocument/2006/relationships/image" Target="/ppt/media/image2.png" Id="Rb23d27ecce804f92" /><Relationship Type="http://schemas.openxmlformats.org/officeDocument/2006/relationships/notesSlide" Target="/ppt/notesSlides/notesSlide2.xml" Id="Rf9a211ed24db4e09" /></Relationships>
</file>

<file path=ppt/slides/_rels/slide3.xml.rels>&#65279;<?xml version="1.0" encoding="utf-8"?><Relationships xmlns="http://schemas.openxmlformats.org/package/2006/relationships"><Relationship Type="http://schemas.openxmlformats.org/officeDocument/2006/relationships/slideLayout" Target="/ppt/slideLayouts/slideLayout6.xml" Id="Re9eeaec97f074062" /><Relationship Type="http://schemas.openxmlformats.org/officeDocument/2006/relationships/notesSlide" Target="/ppt/notesSlides/notesSlide3.xml" Id="R3eefc442947247c6" /></Relationships>
</file>

<file path=ppt/slides/_rels/slide4.xml.rels>&#65279;<?xml version="1.0" encoding="utf-8"?><Relationships xmlns="http://schemas.openxmlformats.org/package/2006/relationships"><Relationship Type="http://schemas.openxmlformats.org/officeDocument/2006/relationships/slideLayout" Target="/ppt/slideLayouts/slideLayout6.xml" Id="Rd2ac8fe999fa4695" /><Relationship Type="http://schemas.openxmlformats.org/officeDocument/2006/relationships/notesSlide" Target="/ppt/notesSlides/notesSlide4.xml" Id="R8b1100d56679487c" /></Relationships>
</file>

<file path=ppt/slides/_rels/slide5.xml.rels>&#65279;<?xml version="1.0" encoding="utf-8"?><Relationships xmlns="http://schemas.openxmlformats.org/package/2006/relationships"><Relationship Type="http://schemas.openxmlformats.org/officeDocument/2006/relationships/slideLayout" Target="/ppt/slideLayouts/slideLayout6.xml" Id="R0bfaec36d234435a" /><Relationship Type="http://schemas.openxmlformats.org/officeDocument/2006/relationships/notesSlide" Target="/ppt/notesSlides/notesSlide5.xml" Id="Re2cd205998e84000" /></Relationships>
</file>

<file path=ppt/slides/_rels/slide6.xml.rels>&#65279;<?xml version="1.0" encoding="utf-8"?><Relationships xmlns="http://schemas.openxmlformats.org/package/2006/relationships"><Relationship Type="http://schemas.openxmlformats.org/officeDocument/2006/relationships/slideLayout" Target="/ppt/slideLayouts/slideLayout6.xml" Id="Rb2cce73c7b1447f1" /><Relationship Type="http://schemas.openxmlformats.org/officeDocument/2006/relationships/chart" Target="/ppt/slides/charts/chart1.xml" Id="R9e46850a5451429b" /><Relationship Type="http://schemas.openxmlformats.org/officeDocument/2006/relationships/notesSlide" Target="/ppt/notesSlides/notesSlide6.xml" Id="R32afcfaa5d2b4155" /></Relationships>
</file>

<file path=ppt/slides/_rels/slide7.xml.rels>&#65279;<?xml version="1.0" encoding="utf-8"?><Relationships xmlns="http://schemas.openxmlformats.org/package/2006/relationships"><Relationship Type="http://schemas.openxmlformats.org/officeDocument/2006/relationships/slideLayout" Target="/ppt/slideLayouts/slideLayout6.xml" Id="R0f65193eb7904169" /><Relationship Type="http://schemas.openxmlformats.org/officeDocument/2006/relationships/notesSlide" Target="/ppt/notesSlides/notesSlide7.xml" Id="R1d93f6c0d55c4e75" /></Relationships>
</file>

<file path=ppt/slides/_rels/slide8.xml.rels>&#65279;<?xml version="1.0" encoding="utf-8"?><Relationships xmlns="http://schemas.openxmlformats.org/package/2006/relationships"><Relationship Type="http://schemas.openxmlformats.org/officeDocument/2006/relationships/slideLayout" Target="/ppt/slideLayouts/slideLayout6.xml" Id="Rf08392041ed94a68" /><Relationship Type="http://schemas.openxmlformats.org/officeDocument/2006/relationships/notesSlide" Target="/ppt/notesSlides/notesSlide8.xml" Id="R1058bbcec8cc404d" /></Relationships>
</file>

<file path=ppt/slides/_rels/slide9.xml.rels>&#65279;<?xml version="1.0" encoding="utf-8"?><Relationships xmlns="http://schemas.openxmlformats.org/package/2006/relationships"><Relationship Type="http://schemas.openxmlformats.org/officeDocument/2006/relationships/slideLayout" Target="/ppt/slideLayouts/slideLayout6.xml" Id="Reb256860ba5d439f" /><Relationship Type="http://schemas.openxmlformats.org/officeDocument/2006/relationships/notesSlide" Target="/ppt/notesSlides/notesSlide9.xml" Id="R64291af6179e40e8" /></Relationships>
</file>

<file path=ppt/slides/_rels/slide10.xml.rels>&#65279;<?xml version="1.0" encoding="utf-8"?><Relationships xmlns="http://schemas.openxmlformats.org/package/2006/relationships"><Relationship Type="http://schemas.openxmlformats.org/officeDocument/2006/relationships/slideLayout" Target="/ppt/slideLayouts/slideLayout6.xml" Id="Re891771be0464b56" /><Relationship Type="http://schemas.openxmlformats.org/officeDocument/2006/relationships/notesSlide" Target="/ppt/notesSlides/notesSlide10.xml" Id="Re0e53c8d8cdd4075" /></Relationships>
</file>

<file path=ppt/slides/_rels/slide11.xml.rels>&#65279;<?xml version="1.0" encoding="utf-8"?><Relationships xmlns="http://schemas.openxmlformats.org/package/2006/relationships"><Relationship Type="http://schemas.openxmlformats.org/officeDocument/2006/relationships/slideLayout" Target="/ppt/slideLayouts/slideLayout6.xml" Id="R9ac00784ed554f51" /><Relationship Type="http://schemas.openxmlformats.org/officeDocument/2006/relationships/notesSlide" Target="/ppt/notesSlides/notesSlide11.xml" Id="Rfc64e640455f4aa7" /></Relationships>
</file>

<file path=ppt/slides/charts/_rels/chart1.xml.rels><Relationships xmlns="http://schemas.openxmlformats.org/package/2006/relationships"><Relationship Id="rIdChartSnapshot1" Type="http://schemas.openxmlformats.org/officeDocument/2006/relationships/package" Target="../../embeddings/chart-data-snapshot-001.xlsx"/></Relationships>
</file>

<file path=ppt/slides/charts/chart1.xml><?xml version="1.0" encoding="utf-8"?>
<c:chartSpace xmlns:c="http://schemas.openxmlformats.org/drawingml/2006/chart" xmlns:r="http://schemas.openxmlformats.org/officeDocument/2006/relationships">
  <c:lang val="en-US"/>
  <c:chart>
    <c:plotArea>
      <c:scatterChart>
        <c:scatterStyle val="line"/>
        <c:varyColors val="0"/>
        <c:ser>
          <c:idx val="0"/>
          <c:order val="0"/>
          <c:tx>
            <c:v>Target</c:v>
          </c:tx>
          <c:spPr>
            <a:ln xmlns:a="http://schemas.openxmlformats.org/drawingml/2006/main" w="19050">
              <a:solidFill>
                <a:srgbClr val="7248B4"/>
              </a:solidFill>
              <a:prstDash val="solid"/>
            </a:ln>
          </c:spPr>
          <c:marker>
            <c:symbol val="none"/>
          </c:marker>
          <c:xVal>
            <c:numRef>
              <c:f>'Chart Data'!$A$2:$A$7</c:f>
              <c:numCache>
                <c:formatCode>General</c:formatCode>
                <c:ptCount val="6"/>
                <c:pt idx="0">
                  <c:v>0</c:v>
                </c:pt>
                <c:pt idx="1">
                  <c:v>0.1</c:v>
                </c:pt>
                <c:pt idx="2">
                  <c:v>0.1</c:v>
                </c:pt>
                <c:pt idx="3">
                  <c:v>0.28</c:v>
                </c:pt>
                <c:pt idx="4">
                  <c:v>0.28</c:v>
                </c:pt>
                <c:pt idx="5">
                  <c:v>1.2</c:v>
                </c:pt>
              </c:numCache>
            </c:numRef>
          </c:xVal>
          <c:yVal>
            <c:numRef>
              <c:f>'Chart Data'!$B$2:$B$7</c:f>
              <c:numCache>
                <c:formatCode>0</c:formatCode>
                <c:ptCount val="6"/>
                <c:pt idx="0">
                  <c:v>40</c:v>
                </c:pt>
                <c:pt idx="1">
                  <c:v>40</c:v>
                </c:pt>
                <c:pt idx="2">
                  <c:v>240</c:v>
                </c:pt>
                <c:pt idx="3">
                  <c:v>240</c:v>
                </c:pt>
                <c:pt idx="4">
                  <c:v>90</c:v>
                </c:pt>
                <c:pt idx="5">
                  <c:v>90</c:v>
                </c:pt>
              </c:numCache>
            </c:numRef>
          </c:yVal>
        </c:ser>
        <c:ser>
          <c:idx val="1"/>
          <c:order val="1"/>
          <c:tx>
            <c:v>Response</c:v>
          </c:tx>
          <c:spPr>
            <a:ln xmlns:a="http://schemas.openxmlformats.org/drawingml/2006/main" w="28575">
              <a:solidFill>
                <a:srgbClr val="006F70"/>
              </a:solidFill>
              <a:prstDash val="solid"/>
            </a:ln>
          </c:spPr>
          <c:marker>
            <c:symbol val="none"/>
          </c:marker>
          <c:xVal>
            <c:numRef>
              <c:f>'Chart Data'!$C$2:$C$62</c:f>
              <c:numCache>
                <c:formatCode>General</c:formatCode>
                <c:ptCount val="61"/>
                <c:pt idx="0">
                  <c:v>0</c:v>
                </c:pt>
                <c:pt idx="1">
                  <c:v>0.02</c:v>
                </c:pt>
                <c:pt idx="2">
                  <c:v>0.04</c:v>
                </c:pt>
                <c:pt idx="3">
                  <c:v>0.06</c:v>
                </c:pt>
                <c:pt idx="4">
                  <c:v>0.08</c:v>
                </c:pt>
                <c:pt idx="5">
                  <c:v>0.1</c:v>
                </c:pt>
                <c:pt idx="6">
                  <c:v>0.12</c:v>
                </c:pt>
                <c:pt idx="7">
                  <c:v>0.14</c:v>
                </c:pt>
                <c:pt idx="8">
                  <c:v>0.16</c:v>
                </c:pt>
                <c:pt idx="9">
                  <c:v>0.18</c:v>
                </c:pt>
                <c:pt idx="10">
                  <c:v>0.2</c:v>
                </c:pt>
                <c:pt idx="11">
                  <c:v>0.22</c:v>
                </c:pt>
                <c:pt idx="12">
                  <c:v>0.24</c:v>
                </c:pt>
                <c:pt idx="13">
                  <c:v>0.26</c:v>
                </c:pt>
                <c:pt idx="14">
                  <c:v>0.28</c:v>
                </c:pt>
                <c:pt idx="15">
                  <c:v>0.3</c:v>
                </c:pt>
                <c:pt idx="16">
                  <c:v>0.32</c:v>
                </c:pt>
                <c:pt idx="17">
                  <c:v>0.34</c:v>
                </c:pt>
                <c:pt idx="18">
                  <c:v>0.36</c:v>
                </c:pt>
                <c:pt idx="19">
                  <c:v>0.38</c:v>
                </c:pt>
                <c:pt idx="20">
                  <c:v>0.4</c:v>
                </c:pt>
                <c:pt idx="21">
                  <c:v>0.42</c:v>
                </c:pt>
                <c:pt idx="22">
                  <c:v>0.44</c:v>
                </c:pt>
                <c:pt idx="23">
                  <c:v>0.46</c:v>
                </c:pt>
                <c:pt idx="24">
                  <c:v>0.48</c:v>
                </c:pt>
                <c:pt idx="25">
                  <c:v>0.5</c:v>
                </c:pt>
                <c:pt idx="26">
                  <c:v>0.52</c:v>
                </c:pt>
                <c:pt idx="27">
                  <c:v>0.54</c:v>
                </c:pt>
                <c:pt idx="28">
                  <c:v>0.56</c:v>
                </c:pt>
                <c:pt idx="29">
                  <c:v>0.58</c:v>
                </c:pt>
                <c:pt idx="30">
                  <c:v>0.6</c:v>
                </c:pt>
                <c:pt idx="31">
                  <c:v>0.62</c:v>
                </c:pt>
                <c:pt idx="32">
                  <c:v>0.64</c:v>
                </c:pt>
                <c:pt idx="33">
                  <c:v>0.66</c:v>
                </c:pt>
                <c:pt idx="34">
                  <c:v>0.68</c:v>
                </c:pt>
                <c:pt idx="35">
                  <c:v>0.7</c:v>
                </c:pt>
                <c:pt idx="36">
                  <c:v>0.72</c:v>
                </c:pt>
                <c:pt idx="37">
                  <c:v>0.74</c:v>
                </c:pt>
                <c:pt idx="38">
                  <c:v>0.76</c:v>
                </c:pt>
                <c:pt idx="39">
                  <c:v>0.78</c:v>
                </c:pt>
                <c:pt idx="40">
                  <c:v>0.8</c:v>
                </c:pt>
                <c:pt idx="41">
                  <c:v>0.82</c:v>
                </c:pt>
                <c:pt idx="42">
                  <c:v>0.84</c:v>
                </c:pt>
                <c:pt idx="43">
                  <c:v>0.86</c:v>
                </c:pt>
                <c:pt idx="44">
                  <c:v>0.88</c:v>
                </c:pt>
                <c:pt idx="45">
                  <c:v>0.9</c:v>
                </c:pt>
                <c:pt idx="46">
                  <c:v>0.92</c:v>
                </c:pt>
                <c:pt idx="47">
                  <c:v>0.94</c:v>
                </c:pt>
                <c:pt idx="48">
                  <c:v>0.96</c:v>
                </c:pt>
                <c:pt idx="49">
                  <c:v>0.98</c:v>
                </c:pt>
                <c:pt idx="50">
                  <c:v>1</c:v>
                </c:pt>
                <c:pt idx="51">
                  <c:v>1.02</c:v>
                </c:pt>
                <c:pt idx="52">
                  <c:v>1.04</c:v>
                </c:pt>
                <c:pt idx="53">
                  <c:v>1.06</c:v>
                </c:pt>
                <c:pt idx="54">
                  <c:v>1.08</c:v>
                </c:pt>
                <c:pt idx="55">
                  <c:v>1.1</c:v>
                </c:pt>
                <c:pt idx="56">
                  <c:v>1.12</c:v>
                </c:pt>
                <c:pt idx="57">
                  <c:v>1.14</c:v>
                </c:pt>
                <c:pt idx="58">
                  <c:v>1.16</c:v>
                </c:pt>
                <c:pt idx="59">
                  <c:v>1.18</c:v>
                </c:pt>
                <c:pt idx="60">
                  <c:v>1.2</c:v>
                </c:pt>
              </c:numCache>
            </c:numRef>
          </c:xVal>
          <c:yVal>
            <c:numRef>
              <c:f>'Chart Data'!$D$2:$D$62</c:f>
              <c:numCache>
                <c:formatCode>0</c:formatCode>
                <c:ptCount val="61"/>
                <c:pt idx="0">
                  <c:v>40</c:v>
                </c:pt>
                <c:pt idx="1">
                  <c:v>40</c:v>
                </c:pt>
                <c:pt idx="2">
                  <c:v>40</c:v>
                </c:pt>
                <c:pt idx="3">
                  <c:v>40</c:v>
                </c:pt>
                <c:pt idx="4">
                  <c:v>40</c:v>
                </c:pt>
                <c:pt idx="5">
                  <c:v>40</c:v>
                </c:pt>
                <c:pt idx="6">
                  <c:v>47.4020719236</c:v>
                </c:pt>
                <c:pt idx="7">
                  <c:v>66.0690052664</c:v>
                </c:pt>
                <c:pt idx="8">
                  <c:v>91.3484492712</c:v>
                </c:pt>
                <c:pt idx="9">
                  <c:v>119.508224978</c:v>
                </c:pt>
                <c:pt idx="10">
                  <c:v>147.723809893</c:v>
                </c:pt>
                <c:pt idx="11">
                  <c:v>174.006087945</c:v>
                </c:pt>
                <c:pt idx="12">
                  <c:v>197.092165879</c:v>
                </c:pt>
                <c:pt idx="13">
                  <c:v>216.317863859</c:v>
                </c:pt>
                <c:pt idx="14">
                  <c:v>231.486239895</c:v>
                </c:pt>
                <c:pt idx="15">
                  <c:v>237.190964059</c:v>
                </c:pt>
                <c:pt idx="16">
                  <c:v>230.910506978</c:v>
                </c:pt>
                <c:pt idx="17">
                  <c:v>216.64533261</c:v>
                </c:pt>
                <c:pt idx="18">
                  <c:v>197.765371575</c:v>
                </c:pt>
                <c:pt idx="19">
                  <c:v>176.961794837</c:v>
                </c:pt>
                <c:pt idx="20">
                  <c:v>156.260569476</c:v>
                </c:pt>
                <c:pt idx="21">
                  <c:v>137.07849032</c:v>
                </c:pt>
                <c:pt idx="22">
                  <c:v>120.305148557</c:v>
                </c:pt>
                <c:pt idx="23">
                  <c:v>106.3973998</c:v>
                </c:pt>
                <c:pt idx="24">
                  <c:v>95.476013177</c:v>
                </c:pt>
                <c:pt idx="25">
                  <c:v>87.4170966722</c:v>
                </c:pt>
                <c:pt idx="26">
                  <c:v>81.9334594962</c:v>
                </c:pt>
                <c:pt idx="27">
                  <c:v>78.6432136934</c:v>
                </c:pt>
                <c:pt idx="28">
                  <c:v>77.1246109712</c:v>
                </c:pt>
                <c:pt idx="29">
                  <c:v>76.957371351</c:v>
                </c:pt>
                <c:pt idx="30">
                  <c:v>77.751628346</c:v>
                </c:pt>
                <c:pt idx="31">
                  <c:v>79.1661468802</c:v>
                </c:pt>
                <c:pt idx="32">
                  <c:v>80.9177279568</c:v>
                </c:pt>
                <c:pt idx="33">
                  <c:v>82.7837614631</c:v>
                </c:pt>
                <c:pt idx="34">
                  <c:v>84.5997846806</c:v>
                </c:pt>
                <c:pt idx="35">
                  <c:v>86.2537012393</c:v>
                </c:pt>
                <c:pt idx="36">
                  <c:v>87.6780570177</c:v>
                </c:pt>
                <c:pt idx="37">
                  <c:v>88.8414903516</c:v>
                </c:pt>
                <c:pt idx="38">
                  <c:v>89.7401996187</c:v>
                </c:pt>
                <c:pt idx="39">
                  <c:v>90.3900195297</c:v>
                </c:pt>
                <c:pt idx="40">
                  <c:v>90.8194791901</c:v>
                </c:pt>
                <c:pt idx="41">
                  <c:v>91.0640355054</c:v>
                </c:pt>
                <c:pt idx="42">
                  <c:v>91.161535814</c:v>
                </c:pt>
                <c:pt idx="43">
                  <c:v>91.1488616878</c:v>
                </c:pt>
                <c:pt idx="44">
                  <c:v>91.0596375446</c:v>
                </c:pt>
                <c:pt idx="45">
                  <c:v>90.9228478521</c:v>
                </c:pt>
                <c:pt idx="46">
                  <c:v>90.7621896069</c:v>
                </c:pt>
                <c:pt idx="47">
                  <c:v>90.5959868677</c:v>
                </c:pt>
                <c:pt idx="48">
                  <c:v>90.4375063037</c:v>
                </c:pt>
                <c:pt idx="49">
                  <c:v>90.2955325357</c:v>
                </c:pt>
                <c:pt idx="50">
                  <c:v>90.175085852</c:v>
                </c:pt>
                <c:pt idx="51">
                  <c:v>90.0781898166</c:v>
                </c:pt>
                <c:pt idx="52">
                  <c:v>90.0046202806</c:v>
                </c:pt>
                <c:pt idx="53">
                  <c:v>89.9525889615</c:v>
                </c:pt>
                <c:pt idx="54">
                  <c:v>89.9193332434</c:v>
                </c:pt>
                <c:pt idx="55">
                  <c:v>89.9015988336</c:v>
                </c:pt>
                <c:pt idx="56">
                  <c:v>89.8960133694</c:v>
                </c:pt>
                <c:pt idx="57">
                  <c:v>89.8993572627</c:v>
                </c:pt>
                <c:pt idx="58">
                  <c:v>89.9087433821</c:v>
                </c:pt>
                <c:pt idx="59">
                  <c:v>89.9217201004</c:v>
                </c:pt>
                <c:pt idx="60">
                  <c:v>89.936313276</c:v>
                </c:pt>
              </c:numCache>
            </c:numRef>
          </c:yVal>
        </c:ser>
        <c:dLbls>
          <c:txPr>
            <a:bodyPr xmlns:a="http://schemas.openxmlformats.org/drawingml/2006/main" anchorCtr="1"/>
            <a:lstStyle xmlns:a="http://schemas.openxmlformats.org/drawingml/2006/main"/>
            <a:p xmlns:a="http://schemas.openxmlformats.org/drawingml/2006/main">
              <a:pPr>
                <a:defRPr sz="1500">
                  <a:solidFill>
                    <a:srgbClr val="16242B"/>
                  </a:solidFill>
                  <a:latin typeface="Arial"/>
                  <a:ea typeface="Arial"/>
                  <a:cs typeface="Arial"/>
                </a:defRPr>
              </a:pPr>
            </a:p>
          </c:txPr>
          <c:showLegendKey val="0"/>
          <c:showVal val="0"/>
          <c:showCatName val="0"/>
          <c:showSerName val="0"/>
          <c:showPercent val="0"/>
          <c:showBubbleSize val="0"/>
          <c:showLeaderLines val="0"/>
        </c:dLbls>
        <c:axId val="48650112"/>
        <c:axId val="48672768"/>
      </c:scatterChart>
      <c:valAx>
        <c:axId val="48672768"/>
        <c:scaling>
          <c:orientation val="minMax"/>
          <c:max val="260"/>
          <c:min val="0"/>
        </c:scaling>
        <c:delete val="0"/>
        <c:axPos val="l"/>
        <c:majorGridlines>
          <c:spPr>
            <a:ln xmlns:a="http://schemas.openxmlformats.org/drawingml/2006/main" w="5715">
              <a:solidFill>
                <a:srgbClr val="A8BAC5"/>
              </a:solidFill>
              <a:prstDash val="solid"/>
            </a:ln>
          </c:spPr>
        </c:majorGridlines>
        <c:title>
          <c:tx>
            <c:rich>
              <a:bodyPr xmlns:a="http://schemas.openxmlformats.org/drawingml/2006/main"/>
              <a:lstStyle xmlns:a="http://schemas.openxmlformats.org/drawingml/2006/main"/>
              <a:p xmlns:a="http://schemas.openxmlformats.org/drawingml/2006/main">
                <a:r>
                  <a:rPr sz="1575">
                    <a:solidFill>
                      <a:srgbClr val="16242B"/>
                    </a:solidFill>
                    <a:latin typeface="Arial"/>
                    <a:ea typeface="Arial"/>
                    <a:cs typeface="Arial"/>
                  </a:rPr>
                  <a:t>Position (px)</a:t>
                </a:r>
              </a:p>
            </c:rich>
          </c:tx>
          <c:overlay val="0"/>
          <c:txPr>
            <a:bodyPr xmlns:a="http://schemas.openxmlformats.org/drawingml/2006/main" anchorCtr="1"/>
            <a:lstStyle xmlns:a="http://schemas.openxmlformats.org/drawingml/2006/main"/>
            <a:p xmlns:a="http://schemas.openxmlformats.org/drawingml/2006/main">
              <a:pPr>
                <a:defRPr sz="1575">
                  <a:solidFill>
                    <a:srgbClr val="16242B"/>
                  </a:solidFill>
                  <a:latin typeface="Arial"/>
                  <a:ea typeface="Arial"/>
                  <a:cs typeface="Arial"/>
                </a:defRPr>
              </a:pPr>
            </a:p>
          </c:txPr>
        </c:title>
        <c:numFmt formatCode="0"/>
        <c:majorTickMark val="none"/>
        <c:minorTickMark val="none"/>
        <c:spPr>
          <a:ln xmlns:a="http://schemas.openxmlformats.org/drawingml/2006/main" w="9525">
            <a:solidFill>
              <a:srgbClr val="A8BAC5"/>
            </a:solidFill>
          </a:ln>
        </c:spPr>
        <c:txPr>
          <a:bodyPr xmlns:a="http://schemas.openxmlformats.org/drawingml/2006/main" anchorCtr="1"/>
          <a:lstStyle xmlns:a="http://schemas.openxmlformats.org/drawingml/2006/main"/>
          <a:p xmlns:a="http://schemas.openxmlformats.org/drawingml/2006/main">
            <a:pPr>
              <a:defRPr sz="1500">
                <a:solidFill>
                  <a:srgbClr val="526773"/>
                </a:solidFill>
                <a:latin typeface="Arial"/>
                <a:ea typeface="Arial"/>
                <a:cs typeface="Arial"/>
              </a:defRPr>
            </a:pPr>
          </a:p>
        </c:txPr>
        <c:crossAx val="48650112"/>
        <c:majorUnit val="80"/>
      </c:valAx>
      <c:valAx>
        <c:axId val="48650112"/>
        <c:scaling>
          <c:orientation val="minMax"/>
          <c:max val="1.2"/>
          <c:min val="0"/>
        </c:scaling>
        <c:delete val="0"/>
        <c:axPos val="b"/>
        <c:title>
          <c:tx>
            <c:rich>
              <a:bodyPr xmlns:a="http://schemas.openxmlformats.org/drawingml/2006/main"/>
              <a:lstStyle xmlns:a="http://schemas.openxmlformats.org/drawingml/2006/main"/>
              <a:p xmlns:a="http://schemas.openxmlformats.org/drawingml/2006/main">
                <a:r>
                  <a:rPr sz="1575">
                    <a:solidFill>
                      <a:srgbClr val="16242B"/>
                    </a:solidFill>
                    <a:latin typeface="Arial"/>
                    <a:ea typeface="Arial"/>
                    <a:cs typeface="Arial"/>
                  </a:rPr>
                  <a:t>Time (s)</a:t>
                </a:r>
              </a:p>
            </c:rich>
          </c:tx>
          <c:overlay val="0"/>
          <c:txPr>
            <a:bodyPr xmlns:a="http://schemas.openxmlformats.org/drawingml/2006/main" anchorCtr="1"/>
            <a:lstStyle xmlns:a="http://schemas.openxmlformats.org/drawingml/2006/main"/>
            <a:p xmlns:a="http://schemas.openxmlformats.org/drawingml/2006/main">
              <a:pPr>
                <a:defRPr sz="1575">
                  <a:solidFill>
                    <a:srgbClr val="16242B"/>
                  </a:solidFill>
                  <a:latin typeface="Arial"/>
                  <a:ea typeface="Arial"/>
                  <a:cs typeface="Arial"/>
                </a:defRPr>
              </a:pPr>
            </a:p>
          </c:txPr>
        </c:title>
        <c:numFmt formatCode="0.0"/>
        <c:majorTickMark val="none"/>
        <c:minorTickMark val="none"/>
        <c:spPr>
          <a:ln xmlns:a="http://schemas.openxmlformats.org/drawingml/2006/main" w="9525">
            <a:solidFill>
              <a:srgbClr val="A8BAC5"/>
            </a:solidFill>
          </a:ln>
        </c:spPr>
        <c:txPr>
          <a:bodyPr xmlns:a="http://schemas.openxmlformats.org/drawingml/2006/main" anchorCtr="1"/>
          <a:lstStyle xmlns:a="http://schemas.openxmlformats.org/drawingml/2006/main"/>
          <a:p xmlns:a="http://schemas.openxmlformats.org/drawingml/2006/main">
            <a:pPr>
              <a:defRPr sz="1500">
                <a:solidFill>
                  <a:srgbClr val="526773"/>
                </a:solidFill>
                <a:latin typeface="Arial"/>
                <a:ea typeface="Arial"/>
                <a:cs typeface="Arial"/>
              </a:defRPr>
            </a:pPr>
          </a:p>
        </c:txPr>
        <c:crossAx val="48672768"/>
        <c:majorUnit val="0.3"/>
      </c:valAx>
      <c:spPr>
        <a:noFill xmlns:a="http://schemas.openxmlformats.org/drawingml/2006/main"/>
        <a:ln xmlns:a="http://schemas.openxmlformats.org/drawingml/2006/main" w="0">
          <a:noFill/>
        </a:ln>
      </c:spPr>
    </c:plotArea>
    <c:legend>
      <c:legendPos val="b"/>
      <c:overlay val="0"/>
      <c:txPr>
        <a:bodyPr xmlns:a="http://schemas.openxmlformats.org/drawingml/2006/main" anchorCtr="1"/>
        <a:lstStyle xmlns:a="http://schemas.openxmlformats.org/drawingml/2006/main"/>
        <a:p xmlns:a="http://schemas.openxmlformats.org/drawingml/2006/main">
          <a:pPr>
            <a:defRPr sz="1500">
              <a:solidFill>
                <a:srgbClr val="16242B"/>
              </a:solidFill>
              <a:latin typeface="Arial"/>
              <a:ea typeface="Arial"/>
              <a:cs typeface="Arial"/>
            </a:defRPr>
          </a:pPr>
        </a:p>
      </c:txPr>
    </c:legend>
    <c:plotVisOnly val="1"/>
  </c:chart>
  <c:spPr>
    <a:noFill xmlns:a="http://schemas.openxmlformats.org/drawingml/2006/main"/>
    <a:ln xmlns:a="http://schemas.openxmlformats.org/drawingml/2006/main" w="0">
      <a:noFill/>
    </a:ln>
  </c:spPr>
  <c:externalData r:id="rIdChartSnapshot1">
    <c:autoUpdate val="0"/>
  </c:externalData>
</c:chartSpace>
</file>

<file path=ppt/slides/slide1.xml><?xml version="1.0" encoding="utf-8"?>
<p:sld xmlns:p="http://schemas.openxmlformats.org/presentationml/2006/main">
  <p:cSld>
    <p:bg>
      <p:bgPr>
        <a:solidFill xmlns:a="http://schemas.openxmlformats.org/drawingml/2006/main">
          <a:srgbClr val="16242B"/>
        </a:solidFill>
      </p:bgPr>
    </p:bg>
    <p:spTree>
      <p:nvGrpSpPr>
        <p:cNvPr id="1" name=""/>
        <p:cNvGrpSpPr/>
        <p:nvPr/>
      </p:nvGrpSpPr>
      <p:grpSpPr>
        <a:xfrm xmlns:a="http://schemas.openxmlformats.org/drawingml/2006/main"/>
      </p:grpSpPr>
      <p:sp>
        <p:nvSpPr>
          <p:cNvPr id="4" name="cover-title">
            <a:extLst xmlns:a="http://schemas.openxmlformats.org/drawingml/2006/main">
              <a:ext uri="{FF2B5EF4-FFF2-40B4-BE49-F238E27FC236}">
                <a16:creationId xmlns:a16="http://schemas.microsoft.com/office/drawing/2014/main" id="{B21670B2-5EB9-418F-B334-208B2EB35F5D}"/>
              </a:ext>
            </a:extLst>
          </p:cNvPr>
          <p:cNvSpPr>
            <a:spLocks xmlns:a="http://schemas.openxmlformats.org/drawingml/2006/main" noGrp="1"/>
          </p:cNvSpPr>
          <p:nvPr/>
        </p:nvSpPr>
        <p:spPr>
          <a:xfrm xmlns:a="http://schemas.openxmlformats.org/drawingml/2006/main">
            <a:off x="628650" y="1219200"/>
            <a:ext cx="10763250" cy="2143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lstStyle xmlns:a="http://schemas.openxmlformats.org/drawingml/2006/main">
            <a:defPPr algn="l">
              <a:defRPr sz="6000" b="1">
                <a:solidFill>
                  <a:srgbClr val="F4F7FA"/>
                </a:solidFill>
                <a:latin typeface="Arial"/>
                <a:ea typeface="Arial"/>
                <a:cs typeface="Arial"/>
              </a:defRPr>
            </a:defPPr>
            <a:lvl1pPr algn="l">
              <a:buNone/>
              <a:defRPr sz="6000" b="1">
                <a:solidFill>
                  <a:srgbClr val="F4F7FA"/>
                </a:solidFill>
                <a:latin typeface="Arial"/>
                <a:ea typeface="Arial"/>
                <a:cs typeface="Arial"/>
              </a:defRPr>
            </a:lvl1pPr>
            <a:lvl2pPr algn="l">
              <a:buNone/>
              <a:defRPr sz="6000" b="1">
                <a:solidFill>
                  <a:srgbClr val="F4F7FA"/>
                </a:solidFill>
                <a:latin typeface="Arial"/>
                <a:ea typeface="Arial"/>
                <a:cs typeface="Arial"/>
              </a:defRPr>
            </a:lvl2pPr>
            <a:lvl3pPr algn="l">
              <a:buNone/>
              <a:defRPr sz="6000" b="1">
                <a:solidFill>
                  <a:srgbClr val="F4F7FA"/>
                </a:solidFill>
                <a:latin typeface="Arial"/>
                <a:ea typeface="Arial"/>
                <a:cs typeface="Arial"/>
              </a:defRPr>
            </a:lvl3pPr>
            <a:lvl4pPr algn="l">
              <a:buNone/>
              <a:defRPr sz="6000" b="1">
                <a:solidFill>
                  <a:srgbClr val="F4F7FA"/>
                </a:solidFill>
                <a:latin typeface="Arial"/>
                <a:ea typeface="Arial"/>
                <a:cs typeface="Arial"/>
              </a:defRPr>
            </a:lvl4pPr>
            <a:lvl5pPr algn="l">
              <a:buNone/>
              <a:defRPr sz="6000" b="1">
                <a:solidFill>
                  <a:srgbClr val="F4F7FA"/>
                </a:solidFill>
                <a:latin typeface="Arial"/>
                <a:ea typeface="Arial"/>
                <a:cs typeface="Arial"/>
              </a:defRPr>
            </a:lvl5pPr>
            <a:lvl6pPr algn="l">
              <a:buNone/>
              <a:defRPr sz="6000" b="1">
                <a:solidFill>
                  <a:srgbClr val="F4F7FA"/>
                </a:solidFill>
                <a:latin typeface="Arial"/>
                <a:ea typeface="Arial"/>
                <a:cs typeface="Arial"/>
              </a:defRPr>
            </a:lvl6pPr>
            <a:lvl7pPr algn="l">
              <a:buNone/>
              <a:defRPr sz="6000" b="1">
                <a:solidFill>
                  <a:srgbClr val="F4F7FA"/>
                </a:solidFill>
                <a:latin typeface="Arial"/>
                <a:ea typeface="Arial"/>
                <a:cs typeface="Arial"/>
              </a:defRPr>
            </a:lvl7pPr>
            <a:lvl8pPr algn="l">
              <a:buNone/>
              <a:defRPr sz="6000" b="1">
                <a:solidFill>
                  <a:srgbClr val="F4F7FA"/>
                </a:solidFill>
                <a:latin typeface="Arial"/>
                <a:ea typeface="Arial"/>
                <a:cs typeface="Arial"/>
              </a:defRPr>
            </a:lvl8pPr>
            <a:lvl9pPr algn="l">
              <a:buNone/>
              <a:defRPr sz="6000" b="1">
                <a:solidFill>
                  <a:srgbClr val="F4F7FA"/>
                </a:solidFill>
                <a:latin typeface="Arial"/>
                <a:ea typeface="Arial"/>
                <a:cs typeface="Arial"/>
              </a:defRPr>
            </a:lvl9pPr>
          </a:lstStyle>
          <a:p xmlns:a="http://schemas.openxmlformats.org/drawingml/2006/main">
            <a:pPr algn="l">
              <a:buNone/>
              <a:defRPr sz="6000" b="1">
                <a:solidFill>
                  <a:srgbClr val="F4F7FA"/>
                </a:solidFill>
                <a:latin typeface="Arial"/>
                <a:ea typeface="Arial"/>
                <a:cs typeface="Arial"/>
              </a:defRPr>
            </a:pPr>
            <a:r>
              <a:rPr sz="6000" b="1">
                <a:solidFill>
                  <a:srgbClr val="F4F7FA"/>
                </a:solidFill>
                <a:latin typeface="Arial"/>
                <a:ea typeface="Arial"/>
                <a:cs typeface="Arial"/>
              </a:rPr>
              <a:t>Animation that</a:t>
            </a:r>
          </a:p>
          <a:p xmlns:a="http://schemas.openxmlformats.org/drawingml/2006/main">
            <a:pPr algn="l">
              <a:buNone/>
              <a:defRPr sz="6000" b="1">
                <a:solidFill>
                  <a:srgbClr val="F4F7FA"/>
                </a:solidFill>
                <a:latin typeface="Arial"/>
                <a:ea typeface="Arial"/>
                <a:cs typeface="Arial"/>
              </a:defRPr>
            </a:pPr>
            <a:r>
              <a:rPr sz="6000" b="1">
                <a:solidFill>
                  <a:srgbClr val="F4F7FA"/>
                </a:solidFill>
                <a:latin typeface="Arial"/>
                <a:ea typeface="Arial"/>
                <a:cs typeface="Arial"/>
              </a:rPr>
              <a:t>serves the idea</a:t>
            </a:r>
          </a:p>
        </p:txBody>
      </p:sp>
      <p:sp>
        <p:nvSpPr>
          <p:cNvPr id="2" name="cover-subtitle">
            <a:extLst xmlns:a="http://schemas.openxmlformats.org/drawingml/2006/main">
              <a:ext uri="{FF2B5EF4-FFF2-40B4-BE49-F238E27FC236}">
                <a16:creationId xmlns:a16="http://schemas.microsoft.com/office/drawing/2014/main" id="{3A4AB5D1-A4CE-46C3-B4BD-49D6B91A103A}"/>
              </a:ext>
            </a:extLst>
          </p:cNvPr>
          <p:cNvSpPr>
            <a:spLocks xmlns:a="http://schemas.openxmlformats.org/drawingml/2006/main" noGrp="1"/>
          </p:cNvSpPr>
          <p:nvPr/>
        </p:nvSpPr>
        <p:spPr>
          <a:xfrm xmlns:a="http://schemas.openxmlformats.org/drawingml/2006/main">
            <a:off x="666750" y="3962400"/>
            <a:ext cx="10096500" cy="952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lstStyle xmlns:a="http://schemas.openxmlformats.org/drawingml/2006/main">
            <a:defPPr algn="l">
              <a:defRPr sz="2250" b="0">
                <a:solidFill>
                  <a:srgbClr val="DCEEEF"/>
                </a:solidFill>
                <a:latin typeface="Arial"/>
                <a:ea typeface="Arial"/>
                <a:cs typeface="Arial"/>
              </a:defRPr>
            </a:defPPr>
            <a:lvl1pPr algn="l">
              <a:buNone/>
              <a:defRPr sz="2250" b="0">
                <a:solidFill>
                  <a:srgbClr val="DCEEEF"/>
                </a:solidFill>
                <a:latin typeface="Arial"/>
                <a:ea typeface="Arial"/>
                <a:cs typeface="Arial"/>
              </a:defRPr>
            </a:lvl1pPr>
            <a:lvl2pPr algn="l">
              <a:buNone/>
              <a:defRPr sz="2250" b="0">
                <a:solidFill>
                  <a:srgbClr val="DCEEEF"/>
                </a:solidFill>
                <a:latin typeface="Arial"/>
                <a:ea typeface="Arial"/>
                <a:cs typeface="Arial"/>
              </a:defRPr>
            </a:lvl2pPr>
            <a:lvl3pPr algn="l">
              <a:buNone/>
              <a:defRPr sz="2250" b="0">
                <a:solidFill>
                  <a:srgbClr val="DCEEEF"/>
                </a:solidFill>
                <a:latin typeface="Arial"/>
                <a:ea typeface="Arial"/>
                <a:cs typeface="Arial"/>
              </a:defRPr>
            </a:lvl3pPr>
            <a:lvl4pPr algn="l">
              <a:buNone/>
              <a:defRPr sz="2250" b="0">
                <a:solidFill>
                  <a:srgbClr val="DCEEEF"/>
                </a:solidFill>
                <a:latin typeface="Arial"/>
                <a:ea typeface="Arial"/>
                <a:cs typeface="Arial"/>
              </a:defRPr>
            </a:lvl4pPr>
            <a:lvl5pPr algn="l">
              <a:buNone/>
              <a:defRPr sz="2250" b="0">
                <a:solidFill>
                  <a:srgbClr val="DCEEEF"/>
                </a:solidFill>
                <a:latin typeface="Arial"/>
                <a:ea typeface="Arial"/>
                <a:cs typeface="Arial"/>
              </a:defRPr>
            </a:lvl5pPr>
            <a:lvl6pPr algn="l">
              <a:buNone/>
              <a:defRPr sz="2250" b="0">
                <a:solidFill>
                  <a:srgbClr val="DCEEEF"/>
                </a:solidFill>
                <a:latin typeface="Arial"/>
                <a:ea typeface="Arial"/>
                <a:cs typeface="Arial"/>
              </a:defRPr>
            </a:lvl6pPr>
            <a:lvl7pPr algn="l">
              <a:buNone/>
              <a:defRPr sz="2250" b="0">
                <a:solidFill>
                  <a:srgbClr val="DCEEEF"/>
                </a:solidFill>
                <a:latin typeface="Arial"/>
                <a:ea typeface="Arial"/>
                <a:cs typeface="Arial"/>
              </a:defRPr>
            </a:lvl7pPr>
            <a:lvl8pPr algn="l">
              <a:buNone/>
              <a:defRPr sz="2250" b="0">
                <a:solidFill>
                  <a:srgbClr val="DCEEEF"/>
                </a:solidFill>
                <a:latin typeface="Arial"/>
                <a:ea typeface="Arial"/>
                <a:cs typeface="Arial"/>
              </a:defRPr>
            </a:lvl8pPr>
            <a:lvl9pPr algn="l">
              <a:buNone/>
              <a:defRPr sz="2250" b="0">
                <a:solidFill>
                  <a:srgbClr val="DCEEEF"/>
                </a:solidFill>
                <a:latin typeface="Arial"/>
                <a:ea typeface="Arial"/>
                <a:cs typeface="Arial"/>
              </a:defRPr>
            </a:lvl9pPr>
          </a:lstStyle>
          <a:p xmlns:a="http://schemas.openxmlformats.org/drawingml/2006/main">
            <a:pPr algn="l">
              <a:buNone/>
              <a:defRPr sz="2250" b="0">
                <a:solidFill>
                  <a:srgbClr val="DCEEEF"/>
                </a:solidFill>
                <a:latin typeface="Arial"/>
                <a:ea typeface="Arial"/>
                <a:cs typeface="Arial"/>
              </a:defRPr>
            </a:pPr>
            <a:r>
              <a:rPr sz="2250" b="0">
                <a:solidFill>
                  <a:srgbClr val="DCEEEF"/>
                </a:solidFill>
                <a:latin typeface="Arial"/>
                <a:ea typeface="Arial"/>
                <a:cs typeface="Arial"/>
              </a:rPr>
              <a:t>An adaptive production skill for authored motion,</a:t>
            </a:r>
          </a:p>
          <a:p xmlns:a="http://schemas.openxmlformats.org/drawingml/2006/main">
            <a:pPr algn="l">
              <a:buNone/>
              <a:defRPr sz="2250" b="0">
                <a:solidFill>
                  <a:srgbClr val="DCEEEF"/>
                </a:solidFill>
                <a:latin typeface="Arial"/>
                <a:ea typeface="Arial"/>
                <a:cs typeface="Arial"/>
              </a:defRPr>
            </a:pPr>
            <a:r>
              <a:rPr sz="2250" b="0">
                <a:solidFill>
                  <a:srgbClr val="DCEEEF"/>
                </a:solidFill>
                <a:latin typeface="Arial"/>
                <a:ea typeface="Arial"/>
                <a:cs typeface="Arial"/>
              </a:rPr>
              <a:t>native sources and evidence that matches the claim.</a:t>
            </a:r>
          </a:p>
        </p:txBody>
      </p:sp>
      <p:sp>
        <p:nvSpPr>
          <p:cNvPr id="3" name="cover-release">
            <a:extLst xmlns:a="http://schemas.openxmlformats.org/drawingml/2006/main">
              <a:ext uri="{FF2B5EF4-FFF2-40B4-BE49-F238E27FC236}">
                <a16:creationId xmlns:a16="http://schemas.microsoft.com/office/drawing/2014/main" id="{7E5A3473-C760-492B-84D3-7F14A8DD98E9}"/>
              </a:ext>
            </a:extLst>
          </p:cNvPr>
          <p:cNvSpPr>
            <a:spLocks xmlns:a="http://schemas.openxmlformats.org/drawingml/2006/main" noGrp="1"/>
          </p:cNvSpPr>
          <p:nvPr/>
        </p:nvSpPr>
        <p:spPr>
          <a:xfrm xmlns:a="http://schemas.openxmlformats.org/drawingml/2006/main">
            <a:off x="666750" y="5876925"/>
            <a:ext cx="95250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lstStyle xmlns:a="http://schemas.openxmlformats.org/drawingml/2006/main">
            <a:defPPr algn="l">
              <a:defRPr sz="1350" b="1">
                <a:solidFill>
                  <a:srgbClr val="DCEEEF"/>
                </a:solidFill>
                <a:latin typeface="Arial"/>
                <a:ea typeface="Arial"/>
                <a:cs typeface="Arial"/>
              </a:defRPr>
            </a:defPPr>
            <a:lvl1pPr algn="l">
              <a:buNone/>
              <a:defRPr sz="1350" b="1">
                <a:solidFill>
                  <a:srgbClr val="DCEEEF"/>
                </a:solidFill>
                <a:latin typeface="Arial"/>
                <a:ea typeface="Arial"/>
                <a:cs typeface="Arial"/>
              </a:defRPr>
            </a:lvl1pPr>
            <a:lvl2pPr algn="l">
              <a:buNone/>
              <a:defRPr sz="1350" b="1">
                <a:solidFill>
                  <a:srgbClr val="DCEEEF"/>
                </a:solidFill>
                <a:latin typeface="Arial"/>
                <a:ea typeface="Arial"/>
                <a:cs typeface="Arial"/>
              </a:defRPr>
            </a:lvl2pPr>
            <a:lvl3pPr algn="l">
              <a:buNone/>
              <a:defRPr sz="1350" b="1">
                <a:solidFill>
                  <a:srgbClr val="DCEEEF"/>
                </a:solidFill>
                <a:latin typeface="Arial"/>
                <a:ea typeface="Arial"/>
                <a:cs typeface="Arial"/>
              </a:defRPr>
            </a:lvl3pPr>
            <a:lvl4pPr algn="l">
              <a:buNone/>
              <a:defRPr sz="1350" b="1">
                <a:solidFill>
                  <a:srgbClr val="DCEEEF"/>
                </a:solidFill>
                <a:latin typeface="Arial"/>
                <a:ea typeface="Arial"/>
                <a:cs typeface="Arial"/>
              </a:defRPr>
            </a:lvl4pPr>
            <a:lvl5pPr algn="l">
              <a:buNone/>
              <a:defRPr sz="1350" b="1">
                <a:solidFill>
                  <a:srgbClr val="DCEEEF"/>
                </a:solidFill>
                <a:latin typeface="Arial"/>
                <a:ea typeface="Arial"/>
                <a:cs typeface="Arial"/>
              </a:defRPr>
            </a:lvl5pPr>
            <a:lvl6pPr algn="l">
              <a:buNone/>
              <a:defRPr sz="1350" b="1">
                <a:solidFill>
                  <a:srgbClr val="DCEEEF"/>
                </a:solidFill>
                <a:latin typeface="Arial"/>
                <a:ea typeface="Arial"/>
                <a:cs typeface="Arial"/>
              </a:defRPr>
            </a:lvl6pPr>
            <a:lvl7pPr algn="l">
              <a:buNone/>
              <a:defRPr sz="1350" b="1">
                <a:solidFill>
                  <a:srgbClr val="DCEEEF"/>
                </a:solidFill>
                <a:latin typeface="Arial"/>
                <a:ea typeface="Arial"/>
                <a:cs typeface="Arial"/>
              </a:defRPr>
            </a:lvl7pPr>
            <a:lvl8pPr algn="l">
              <a:buNone/>
              <a:defRPr sz="1350" b="1">
                <a:solidFill>
                  <a:srgbClr val="DCEEEF"/>
                </a:solidFill>
                <a:latin typeface="Arial"/>
                <a:ea typeface="Arial"/>
                <a:cs typeface="Arial"/>
              </a:defRPr>
            </a:lvl8pPr>
            <a:lvl9pPr algn="l">
              <a:buNone/>
              <a:defRPr sz="1350" b="1">
                <a:solidFill>
                  <a:srgbClr val="DCEEEF"/>
                </a:solidFill>
                <a:latin typeface="Arial"/>
                <a:ea typeface="Arial"/>
                <a:cs typeface="Arial"/>
              </a:defRPr>
            </a:lvl9pPr>
          </a:lstStyle>
          <a:p xmlns:a="http://schemas.openxmlformats.org/drawingml/2006/main">
            <a:pPr algn="l">
              <a:buNone/>
              <a:defRPr sz="1350" b="1">
                <a:solidFill>
                  <a:srgbClr val="DCEEEF"/>
                </a:solidFill>
                <a:latin typeface="Arial"/>
                <a:ea typeface="Arial"/>
                <a:cs typeface="Arial"/>
              </a:defRPr>
            </a:pPr>
            <a:r>
              <a:rPr sz="1350" b="1">
                <a:solidFill>
                  <a:srgbClr val="DCEEEF"/>
                </a:solidFill>
                <a:latin typeface="Arial"/>
                <a:ea typeface="Arial"/>
                <a:cs typeface="Arial"/>
              </a:rPr>
              <a:t>ADAPTIVE ANIMATION SKILL</a:t>
            </a:r>
          </a:p>
        </p:txBody>
      </p:sp>
    </p:spTree>
    <p:extLst>
      <p:ext uri="{BB962C8B-B14F-4D97-AF65-F5344CB8AC3E}">
        <p14:creationId xmlns:p14="http://schemas.microsoft.com/office/powerpoint/2010/main" val="626155344"/>
      </p:ext>
    </p:extLst>
  </p:cSld>
</p:sld>
</file>

<file path=ppt/slides/slide2.xml><?xml version="1.0" encoding="utf-8"?>
<p:sld xmlns:p="http://schemas.openxmlformats.org/presentationml/2006/main">
  <p:cSld>
    <p:bg>
      <p:bgPr>
        <a:solidFill xmlns:a="http://schemas.openxmlformats.org/drawingml/2006/main">
          <a:srgbClr val="F4F7FA"/>
        </a:solidFill>
      </p:bgPr>
    </p:bg>
    <p:spTree>
      <p:nvGrpSpPr>
        <p:cNvPr id="1" name=""/>
        <p:cNvGrpSpPr/>
        <p:nvPr/>
      </p:nvGrpSpPr>
      <p:grpSpPr>
        <a:xfrm xmlns:a="http://schemas.openxmlformats.org/drawingml/2006/main"/>
      </p:grpSpPr>
      <p:sp>
        <p:nvSpPr>
          <p:cNvPr id="10" name="title">
            <a:extLst xmlns:a="http://schemas.openxmlformats.org/drawingml/2006/main">
              <a:ext uri="{FF2B5EF4-FFF2-40B4-BE49-F238E27FC236}">
                <a16:creationId xmlns:a16="http://schemas.microsoft.com/office/drawing/2014/main" id="{B0FCD499-844F-4047-A7CC-21FFF8D38038}"/>
              </a:ext>
            </a:extLst>
          </p:cNvPr>
          <p:cNvSpPr>
            <a:spLocks xmlns:a="http://schemas.openxmlformats.org/drawingml/2006/main" noGrp="1"/>
          </p:cNvSpPr>
          <p:nvPr/>
        </p:nvSpPr>
        <p:spPr>
          <a:xfrm xmlns:a="http://schemas.openxmlformats.org/drawingml/2006/main">
            <a:off x="628650" y="447675"/>
            <a:ext cx="109347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l">
              <a:defRPr sz="3450" b="1">
                <a:solidFill>
                  <a:srgbClr val="16242B"/>
                </a:solidFill>
                <a:latin typeface="Arial"/>
                <a:ea typeface="Arial"/>
                <a:cs typeface="Arial"/>
              </a:defRPr>
            </a:defPPr>
            <a:lvl1pPr algn="l">
              <a:defRPr sz="3450" b="1">
                <a:solidFill>
                  <a:srgbClr val="16242B"/>
                </a:solidFill>
                <a:latin typeface="Arial"/>
                <a:ea typeface="Arial"/>
                <a:cs typeface="Arial"/>
              </a:defRPr>
            </a:lvl1pPr>
            <a:lvl2pPr algn="l">
              <a:defRPr sz="3450" b="1">
                <a:solidFill>
                  <a:srgbClr val="16242B"/>
                </a:solidFill>
                <a:latin typeface="Arial"/>
                <a:ea typeface="Arial"/>
                <a:cs typeface="Arial"/>
              </a:defRPr>
            </a:lvl2pPr>
            <a:lvl3pPr algn="l">
              <a:defRPr sz="3450" b="1">
                <a:solidFill>
                  <a:srgbClr val="16242B"/>
                </a:solidFill>
                <a:latin typeface="Arial"/>
                <a:ea typeface="Arial"/>
                <a:cs typeface="Arial"/>
              </a:defRPr>
            </a:lvl3pPr>
            <a:lvl4pPr algn="l">
              <a:defRPr sz="3450" b="1">
                <a:solidFill>
                  <a:srgbClr val="16242B"/>
                </a:solidFill>
                <a:latin typeface="Arial"/>
                <a:ea typeface="Arial"/>
                <a:cs typeface="Arial"/>
              </a:defRPr>
            </a:lvl4pPr>
            <a:lvl5pPr algn="l">
              <a:defRPr sz="3450" b="1">
                <a:solidFill>
                  <a:srgbClr val="16242B"/>
                </a:solidFill>
                <a:latin typeface="Arial"/>
                <a:ea typeface="Arial"/>
                <a:cs typeface="Arial"/>
              </a:defRPr>
            </a:lvl5pPr>
            <a:lvl6pPr algn="l">
              <a:defRPr sz="3450" b="1">
                <a:solidFill>
                  <a:srgbClr val="16242B"/>
                </a:solidFill>
                <a:latin typeface="Arial"/>
                <a:ea typeface="Arial"/>
                <a:cs typeface="Arial"/>
              </a:defRPr>
            </a:lvl6pPr>
            <a:lvl7pPr algn="l">
              <a:defRPr sz="3450" b="1">
                <a:solidFill>
                  <a:srgbClr val="16242B"/>
                </a:solidFill>
                <a:latin typeface="Arial"/>
                <a:ea typeface="Arial"/>
                <a:cs typeface="Arial"/>
              </a:defRPr>
            </a:lvl7pPr>
            <a:lvl8pPr algn="l">
              <a:defRPr sz="3450" b="1">
                <a:solidFill>
                  <a:srgbClr val="16242B"/>
                </a:solidFill>
                <a:latin typeface="Arial"/>
                <a:ea typeface="Arial"/>
                <a:cs typeface="Arial"/>
              </a:defRPr>
            </a:lvl8pPr>
            <a:lvl9pPr algn="l">
              <a:defRPr sz="3450" b="1">
                <a:solidFill>
                  <a:srgbClr val="16242B"/>
                </a:solidFill>
                <a:latin typeface="Arial"/>
                <a:ea typeface="Arial"/>
                <a:cs typeface="Arial"/>
              </a:defRPr>
            </a:lvl9pPr>
          </a:lstStyle>
          <a:p xmlns:a="http://schemas.openxmlformats.org/drawingml/2006/main">
            <a:pPr algn="l">
              <a:defRPr sz="3450" b="1">
                <a:solidFill>
                  <a:srgbClr val="16242B"/>
                </a:solidFill>
                <a:latin typeface="Arial"/>
                <a:ea typeface="Arial"/>
                <a:cs typeface="Arial"/>
              </a:defRPr>
            </a:pPr>
            <a:r>
              <a:rPr sz="3450" b="1">
                <a:solidFill>
                  <a:srgbClr val="16242B"/>
                </a:solidFill>
                <a:latin typeface="Arial"/>
                <a:ea typeface="Arial"/>
                <a:cs typeface="Arial"/>
              </a:rPr>
              <a:t>Two authored motion languages</a:t>
            </a:r>
          </a:p>
        </p:txBody>
      </p:sp>
      <p:sp>
        <p:nvSpPr>
          <p:cNvPr id="2" name="page">
            <a:extLst xmlns:a="http://schemas.openxmlformats.org/drawingml/2006/main">
              <a:ext uri="{FF2B5EF4-FFF2-40B4-BE49-F238E27FC236}">
                <a16:creationId xmlns:a16="http://schemas.microsoft.com/office/drawing/2014/main" id="{B97B6A64-F58F-40A3-95D5-6579402001FB}"/>
              </a:ext>
            </a:extLst>
          </p:cNvPr>
          <p:cNvSpPr>
            <a:spLocks xmlns:a="http://schemas.openxmlformats.org/drawingml/2006/main" noGrp="1"/>
          </p:cNvSpPr>
          <p:nvPr/>
        </p:nvSpPr>
        <p:spPr>
          <a:xfrm xmlns:a="http://schemas.openxmlformats.org/drawingml/2006/main">
            <a:off x="11049000" y="6162675"/>
            <a:ext cx="5143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l">
              <a:defRPr sz="1275" b="0">
                <a:solidFill>
                  <a:srgbClr val="526773"/>
                </a:solidFill>
                <a:latin typeface="Arial"/>
                <a:ea typeface="Arial"/>
                <a:cs typeface="Arial"/>
              </a:defRPr>
            </a:defPPr>
            <a:lvl1pPr algn="l">
              <a:defRPr sz="1275" b="0">
                <a:solidFill>
                  <a:srgbClr val="526773"/>
                </a:solidFill>
                <a:latin typeface="Arial"/>
                <a:ea typeface="Arial"/>
                <a:cs typeface="Arial"/>
              </a:defRPr>
            </a:lvl1pPr>
            <a:lvl2pPr algn="l">
              <a:defRPr sz="1275" b="0">
                <a:solidFill>
                  <a:srgbClr val="526773"/>
                </a:solidFill>
                <a:latin typeface="Arial"/>
                <a:ea typeface="Arial"/>
                <a:cs typeface="Arial"/>
              </a:defRPr>
            </a:lvl2pPr>
            <a:lvl3pPr algn="l">
              <a:defRPr sz="1275" b="0">
                <a:solidFill>
                  <a:srgbClr val="526773"/>
                </a:solidFill>
                <a:latin typeface="Arial"/>
                <a:ea typeface="Arial"/>
                <a:cs typeface="Arial"/>
              </a:defRPr>
            </a:lvl3pPr>
            <a:lvl4pPr algn="l">
              <a:defRPr sz="1275" b="0">
                <a:solidFill>
                  <a:srgbClr val="526773"/>
                </a:solidFill>
                <a:latin typeface="Arial"/>
                <a:ea typeface="Arial"/>
                <a:cs typeface="Arial"/>
              </a:defRPr>
            </a:lvl4pPr>
            <a:lvl5pPr algn="l">
              <a:defRPr sz="1275" b="0">
                <a:solidFill>
                  <a:srgbClr val="526773"/>
                </a:solidFill>
                <a:latin typeface="Arial"/>
                <a:ea typeface="Arial"/>
                <a:cs typeface="Arial"/>
              </a:defRPr>
            </a:lvl5pPr>
            <a:lvl6pPr algn="l">
              <a:defRPr sz="1275" b="0">
                <a:solidFill>
                  <a:srgbClr val="526773"/>
                </a:solidFill>
                <a:latin typeface="Arial"/>
                <a:ea typeface="Arial"/>
                <a:cs typeface="Arial"/>
              </a:defRPr>
            </a:lvl6pPr>
            <a:lvl7pPr algn="l">
              <a:defRPr sz="1275" b="0">
                <a:solidFill>
                  <a:srgbClr val="526773"/>
                </a:solidFill>
                <a:latin typeface="Arial"/>
                <a:ea typeface="Arial"/>
                <a:cs typeface="Arial"/>
              </a:defRPr>
            </a:lvl7pPr>
            <a:lvl8pPr algn="l">
              <a:defRPr sz="1275" b="0">
                <a:solidFill>
                  <a:srgbClr val="526773"/>
                </a:solidFill>
                <a:latin typeface="Arial"/>
                <a:ea typeface="Arial"/>
                <a:cs typeface="Arial"/>
              </a:defRPr>
            </a:lvl8pPr>
            <a:lvl9pPr algn="l">
              <a:defRPr sz="1275" b="0">
                <a:solidFill>
                  <a:srgbClr val="526773"/>
                </a:solidFill>
                <a:latin typeface="Arial"/>
                <a:ea typeface="Arial"/>
                <a:cs typeface="Arial"/>
              </a:defRPr>
            </a:lvl9pPr>
          </a:lstStyle>
          <a:p xmlns:a="http://schemas.openxmlformats.org/drawingml/2006/main">
            <a:pPr algn="l">
              <a:defRPr sz="1275" b="0">
                <a:solidFill>
                  <a:srgbClr val="526773"/>
                </a:solidFill>
                <a:latin typeface="Arial"/>
                <a:ea typeface="Arial"/>
                <a:cs typeface="Arial"/>
              </a:defRPr>
            </a:pPr>
            <a:r>
              <a:rPr sz="1275" b="0">
                <a:solidFill>
                  <a:srgbClr val="526773"/>
                </a:solidFill>
                <a:latin typeface="Arial"/>
                <a:ea typeface="Arial"/>
                <a:cs typeface="Arial"/>
              </a:rPr>
              <a:t>02</a:t>
            </a:r>
          </a:p>
        </p:txBody>
      </p:sp>
      <p:sp>
        <p:nvSpPr>
          <p:cNvPr id="3" name="demo-intro">
            <a:extLst xmlns:a="http://schemas.openxmlformats.org/drawingml/2006/main">
              <a:ext uri="{FF2B5EF4-FFF2-40B4-BE49-F238E27FC236}">
                <a16:creationId xmlns:a16="http://schemas.microsoft.com/office/drawing/2014/main" id="{49A9540D-7A47-484F-B97F-119D0AAE8E85}"/>
              </a:ext>
            </a:extLst>
          </p:cNvPr>
          <p:cNvSpPr>
            <a:spLocks xmlns:a="http://schemas.openxmlformats.org/drawingml/2006/main" noGrp="1"/>
          </p:cNvSpPr>
          <p:nvPr/>
        </p:nvSpPr>
        <p:spPr>
          <a:xfrm xmlns:a="http://schemas.openxmlformats.org/drawingml/2006/main">
            <a:off x="666750" y="1143000"/>
            <a:ext cx="106680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l">
              <a:defRPr sz="2025" b="0">
                <a:solidFill>
                  <a:srgbClr val="526773"/>
                </a:solidFill>
                <a:latin typeface="Arial"/>
                <a:ea typeface="Arial"/>
                <a:cs typeface="Arial"/>
              </a:defRPr>
            </a:defPPr>
            <a:lvl1pPr algn="l">
              <a:defRPr sz="2025" b="0">
                <a:solidFill>
                  <a:srgbClr val="526773"/>
                </a:solidFill>
                <a:latin typeface="Arial"/>
                <a:ea typeface="Arial"/>
                <a:cs typeface="Arial"/>
              </a:defRPr>
            </a:lvl1pPr>
            <a:lvl2pPr algn="l">
              <a:defRPr sz="2025" b="0">
                <a:solidFill>
                  <a:srgbClr val="526773"/>
                </a:solidFill>
                <a:latin typeface="Arial"/>
                <a:ea typeface="Arial"/>
                <a:cs typeface="Arial"/>
              </a:defRPr>
            </a:lvl2pPr>
            <a:lvl3pPr algn="l">
              <a:defRPr sz="2025" b="0">
                <a:solidFill>
                  <a:srgbClr val="526773"/>
                </a:solidFill>
                <a:latin typeface="Arial"/>
                <a:ea typeface="Arial"/>
                <a:cs typeface="Arial"/>
              </a:defRPr>
            </a:lvl3pPr>
            <a:lvl4pPr algn="l">
              <a:defRPr sz="2025" b="0">
                <a:solidFill>
                  <a:srgbClr val="526773"/>
                </a:solidFill>
                <a:latin typeface="Arial"/>
                <a:ea typeface="Arial"/>
                <a:cs typeface="Arial"/>
              </a:defRPr>
            </a:lvl4pPr>
            <a:lvl5pPr algn="l">
              <a:defRPr sz="2025" b="0">
                <a:solidFill>
                  <a:srgbClr val="526773"/>
                </a:solidFill>
                <a:latin typeface="Arial"/>
                <a:ea typeface="Arial"/>
                <a:cs typeface="Arial"/>
              </a:defRPr>
            </a:lvl5pPr>
            <a:lvl6pPr algn="l">
              <a:defRPr sz="2025" b="0">
                <a:solidFill>
                  <a:srgbClr val="526773"/>
                </a:solidFill>
                <a:latin typeface="Arial"/>
                <a:ea typeface="Arial"/>
                <a:cs typeface="Arial"/>
              </a:defRPr>
            </a:lvl6pPr>
            <a:lvl7pPr algn="l">
              <a:defRPr sz="2025" b="0">
                <a:solidFill>
                  <a:srgbClr val="526773"/>
                </a:solidFill>
                <a:latin typeface="Arial"/>
                <a:ea typeface="Arial"/>
                <a:cs typeface="Arial"/>
              </a:defRPr>
            </a:lvl7pPr>
            <a:lvl8pPr algn="l">
              <a:defRPr sz="2025" b="0">
                <a:solidFill>
                  <a:srgbClr val="526773"/>
                </a:solidFill>
                <a:latin typeface="Arial"/>
                <a:ea typeface="Arial"/>
                <a:cs typeface="Arial"/>
              </a:defRPr>
            </a:lvl8pPr>
            <a:lvl9pPr algn="l">
              <a:defRPr sz="2025" b="0">
                <a:solidFill>
                  <a:srgbClr val="526773"/>
                </a:solidFill>
                <a:latin typeface="Arial"/>
                <a:ea typeface="Arial"/>
                <a:cs typeface="Arial"/>
              </a:defRPr>
            </a:lvl9pPr>
          </a:lstStyle>
          <a:p xmlns:a="http://schemas.openxmlformats.org/drawingml/2006/main">
            <a:pPr algn="l">
              <a:defRPr sz="2025" b="0">
                <a:solidFill>
                  <a:srgbClr val="526773"/>
                </a:solidFill>
                <a:latin typeface="Arial"/>
                <a:ea typeface="Arial"/>
                <a:cs typeface="Arial"/>
              </a:defRPr>
            </a:pPr>
            <a:r>
              <a:rPr sz="2025" b="0">
                <a:solidFill>
                  <a:srgbClr val="526773"/>
                </a:solidFill>
                <a:latin typeface="Arial"/>
                <a:ea typeface="Arial"/>
                <a:cs typeface="Arial"/>
              </a:rPr>
              <a:t>Four-second scenes from the same neutral scaffold</a:t>
            </a:r>
          </a:p>
        </p:txBody>
      </p:sp>
      <p:pic>
        <p:nvPicPr>
          <p:cNvPr id="4" name="">
            <a:extLst xmlns:a="http://schemas.openxmlformats.org/drawingml/2006/main">
              <a:ext uri="{FF2B5EF4-FFF2-40B4-BE49-F238E27FC236}">
                <a16:creationId xmlns:a16="http://schemas.microsoft.com/office/drawing/2014/main" id="{7283C8AD-FCA9-47C9-A3D6-DB639A6AA823}"/>
              </a:ext>
            </a:extLst>
          </p:cNvPr>
          <p:cNvPicPr>
            <a:picLocks xmlns:a="http://schemas.openxmlformats.org/drawingml/2006/main" noChangeAspect="1"/>
          </p:cNvPicPr>
          <p:nvPr/>
        </p:nvPicPr>
        <p:blipFill>
          <a:blip xmlns:r="http://schemas.openxmlformats.org/officeDocument/2006/relationships" xmlns:a="http://schemas.openxmlformats.org/drawingml/2006/main" r:embed="R8b4781586fc14cc4"/>
          <a:stretch xmlns:a="http://schemas.openxmlformats.org/drawingml/2006/main"/>
        </p:blipFill>
        <p:spPr>
          <a:xfrm xmlns:a="http://schemas.openxmlformats.org/drawingml/2006/main">
            <a:off x="666750" y="1619250"/>
            <a:ext cx="2895600" cy="3619500"/>
          </a:xfrm>
          <a:prstGeom xmlns:a="http://schemas.openxmlformats.org/drawingml/2006/main" prst="rect">
            <a:avLst/>
          </a:prstGeom>
        </p:spPr>
      </p:pic>
      <p:pic>
        <p:nvPicPr>
          <p:cNvPr id="5" name="">
            <a:extLst xmlns:a="http://schemas.openxmlformats.org/drawingml/2006/main">
              <a:ext uri="{FF2B5EF4-FFF2-40B4-BE49-F238E27FC236}">
                <a16:creationId xmlns:a16="http://schemas.microsoft.com/office/drawing/2014/main" id="{86EC4E1C-AD4C-4403-820F-C8DE23DC4D66}"/>
              </a:ext>
            </a:extLst>
          </p:cNvPr>
          <p:cNvPicPr>
            <a:picLocks xmlns:a="http://schemas.openxmlformats.org/drawingml/2006/main" noChangeAspect="1"/>
          </p:cNvPicPr>
          <p:nvPr/>
        </p:nvPicPr>
        <p:blipFill>
          <a:blip xmlns:r="http://schemas.openxmlformats.org/officeDocument/2006/relationships" xmlns:a="http://schemas.openxmlformats.org/drawingml/2006/main" r:embed="Rb23d27ecce804f92"/>
          <a:stretch xmlns:a="http://schemas.openxmlformats.org/drawingml/2006/main"/>
        </p:blipFill>
        <p:spPr>
          <a:xfrm xmlns:a="http://schemas.openxmlformats.org/drawingml/2006/main">
            <a:off x="4326467" y="1619250"/>
            <a:ext cx="6434667" cy="3619500"/>
          </a:xfrm>
          <a:prstGeom xmlns:a="http://schemas.openxmlformats.org/drawingml/2006/main" prst="rect">
            <a:avLst/>
          </a:prstGeom>
        </p:spPr>
      </p:pic>
      <p:sp>
        <p:nvSpPr>
          <p:cNvPr id="6" name="ink-label">
            <a:extLst xmlns:a="http://schemas.openxmlformats.org/drawingml/2006/main">
              <a:ext uri="{FF2B5EF4-FFF2-40B4-BE49-F238E27FC236}">
                <a16:creationId xmlns:a16="http://schemas.microsoft.com/office/drawing/2014/main" id="{E33844C0-4BE8-4FF2-A203-BFE0D0EECE58}"/>
              </a:ext>
            </a:extLst>
          </p:cNvPr>
          <p:cNvSpPr>
            <a:spLocks xmlns:a="http://schemas.openxmlformats.org/drawingml/2006/main" noGrp="1"/>
          </p:cNvSpPr>
          <p:nvPr/>
        </p:nvSpPr>
        <p:spPr>
          <a:xfrm xmlns:a="http://schemas.openxmlformats.org/drawingml/2006/main">
            <a:off x="666750" y="5467350"/>
            <a:ext cx="333375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l">
              <a:defRPr sz="2100" b="1">
                <a:solidFill>
                  <a:srgbClr val="16242B"/>
                </a:solidFill>
                <a:latin typeface="Arial"/>
                <a:ea typeface="Arial"/>
                <a:cs typeface="Arial"/>
              </a:defRPr>
            </a:defPPr>
            <a:lvl1pPr algn="l">
              <a:defRPr sz="2100" b="1">
                <a:solidFill>
                  <a:srgbClr val="16242B"/>
                </a:solidFill>
                <a:latin typeface="Arial"/>
                <a:ea typeface="Arial"/>
                <a:cs typeface="Arial"/>
              </a:defRPr>
            </a:lvl1pPr>
            <a:lvl2pPr algn="l">
              <a:defRPr sz="2100" b="1">
                <a:solidFill>
                  <a:srgbClr val="16242B"/>
                </a:solidFill>
                <a:latin typeface="Arial"/>
                <a:ea typeface="Arial"/>
                <a:cs typeface="Arial"/>
              </a:defRPr>
            </a:lvl2pPr>
            <a:lvl3pPr algn="l">
              <a:defRPr sz="2100" b="1">
                <a:solidFill>
                  <a:srgbClr val="16242B"/>
                </a:solidFill>
                <a:latin typeface="Arial"/>
                <a:ea typeface="Arial"/>
                <a:cs typeface="Arial"/>
              </a:defRPr>
            </a:lvl3pPr>
            <a:lvl4pPr algn="l">
              <a:defRPr sz="2100" b="1">
                <a:solidFill>
                  <a:srgbClr val="16242B"/>
                </a:solidFill>
                <a:latin typeface="Arial"/>
                <a:ea typeface="Arial"/>
                <a:cs typeface="Arial"/>
              </a:defRPr>
            </a:lvl4pPr>
            <a:lvl5pPr algn="l">
              <a:defRPr sz="2100" b="1">
                <a:solidFill>
                  <a:srgbClr val="16242B"/>
                </a:solidFill>
                <a:latin typeface="Arial"/>
                <a:ea typeface="Arial"/>
                <a:cs typeface="Arial"/>
              </a:defRPr>
            </a:lvl5pPr>
            <a:lvl6pPr algn="l">
              <a:defRPr sz="2100" b="1">
                <a:solidFill>
                  <a:srgbClr val="16242B"/>
                </a:solidFill>
                <a:latin typeface="Arial"/>
                <a:ea typeface="Arial"/>
                <a:cs typeface="Arial"/>
              </a:defRPr>
            </a:lvl6pPr>
            <a:lvl7pPr algn="l">
              <a:defRPr sz="2100" b="1">
                <a:solidFill>
                  <a:srgbClr val="16242B"/>
                </a:solidFill>
                <a:latin typeface="Arial"/>
                <a:ea typeface="Arial"/>
                <a:cs typeface="Arial"/>
              </a:defRPr>
            </a:lvl7pPr>
            <a:lvl8pPr algn="l">
              <a:defRPr sz="2100" b="1">
                <a:solidFill>
                  <a:srgbClr val="16242B"/>
                </a:solidFill>
                <a:latin typeface="Arial"/>
                <a:ea typeface="Arial"/>
                <a:cs typeface="Arial"/>
              </a:defRPr>
            </a:lvl8pPr>
            <a:lvl9pPr algn="l">
              <a:defRPr sz="2100" b="1">
                <a:solidFill>
                  <a:srgbClr val="16242B"/>
                </a:solidFill>
                <a:latin typeface="Arial"/>
                <a:ea typeface="Arial"/>
                <a:cs typeface="Arial"/>
              </a:defRPr>
            </a:lvl9pPr>
          </a:lstStyle>
          <a:p xmlns:a="http://schemas.openxmlformats.org/drawingml/2006/main">
            <a:pPr algn="l">
              <a:defRPr sz="2100" b="1">
                <a:solidFill>
                  <a:srgbClr val="16242B"/>
                </a:solidFill>
                <a:latin typeface="Arial"/>
                <a:ea typeface="Arial"/>
                <a:cs typeface="Arial"/>
              </a:defRPr>
            </a:pPr>
            <a:r>
              <a:rPr sz="2100" b="1">
                <a:solidFill>
                  <a:srgbClr val="16242B"/>
                </a:solidFill>
                <a:latin typeface="Arial"/>
                <a:ea typeface="Arial"/>
                <a:cs typeface="Arial"/>
              </a:rPr>
              <a:t>Botanical ink study</a:t>
            </a:r>
          </a:p>
        </p:txBody>
      </p:sp>
      <p:sp>
        <p:nvSpPr>
          <p:cNvPr id="7" name="ink-detail">
            <a:extLst xmlns:a="http://schemas.openxmlformats.org/drawingml/2006/main">
              <a:ext uri="{FF2B5EF4-FFF2-40B4-BE49-F238E27FC236}">
                <a16:creationId xmlns:a16="http://schemas.microsoft.com/office/drawing/2014/main" id="{375DE6EA-25E8-498F-B5CB-1B6D95B850CC}"/>
              </a:ext>
            </a:extLst>
          </p:cNvPr>
          <p:cNvSpPr>
            <a:spLocks xmlns:a="http://schemas.openxmlformats.org/drawingml/2006/main" noGrp="1"/>
          </p:cNvSpPr>
          <p:nvPr/>
        </p:nvSpPr>
        <p:spPr>
          <a:xfrm xmlns:a="http://schemas.openxmlformats.org/drawingml/2006/main">
            <a:off x="666750" y="5876925"/>
            <a:ext cx="34290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l">
              <a:defRPr sz="1800" b="0">
                <a:solidFill>
                  <a:srgbClr val="526773"/>
                </a:solidFill>
                <a:latin typeface="Arial"/>
                <a:ea typeface="Arial"/>
                <a:cs typeface="Arial"/>
              </a:defRPr>
            </a:defPPr>
            <a:lvl1pPr algn="l">
              <a:defRPr sz="1800" b="0">
                <a:solidFill>
                  <a:srgbClr val="526773"/>
                </a:solidFill>
                <a:latin typeface="Arial"/>
                <a:ea typeface="Arial"/>
                <a:cs typeface="Arial"/>
              </a:defRPr>
            </a:lvl1pPr>
            <a:lvl2pPr algn="l">
              <a:defRPr sz="1800" b="0">
                <a:solidFill>
                  <a:srgbClr val="526773"/>
                </a:solidFill>
                <a:latin typeface="Arial"/>
                <a:ea typeface="Arial"/>
                <a:cs typeface="Arial"/>
              </a:defRPr>
            </a:lvl2pPr>
            <a:lvl3pPr algn="l">
              <a:defRPr sz="1800" b="0">
                <a:solidFill>
                  <a:srgbClr val="526773"/>
                </a:solidFill>
                <a:latin typeface="Arial"/>
                <a:ea typeface="Arial"/>
                <a:cs typeface="Arial"/>
              </a:defRPr>
            </a:lvl3pPr>
            <a:lvl4pPr algn="l">
              <a:defRPr sz="1800" b="0">
                <a:solidFill>
                  <a:srgbClr val="526773"/>
                </a:solidFill>
                <a:latin typeface="Arial"/>
                <a:ea typeface="Arial"/>
                <a:cs typeface="Arial"/>
              </a:defRPr>
            </a:lvl4pPr>
            <a:lvl5pPr algn="l">
              <a:defRPr sz="1800" b="0">
                <a:solidFill>
                  <a:srgbClr val="526773"/>
                </a:solidFill>
                <a:latin typeface="Arial"/>
                <a:ea typeface="Arial"/>
                <a:cs typeface="Arial"/>
              </a:defRPr>
            </a:lvl5pPr>
            <a:lvl6pPr algn="l">
              <a:defRPr sz="1800" b="0">
                <a:solidFill>
                  <a:srgbClr val="526773"/>
                </a:solidFill>
                <a:latin typeface="Arial"/>
                <a:ea typeface="Arial"/>
                <a:cs typeface="Arial"/>
              </a:defRPr>
            </a:lvl6pPr>
            <a:lvl7pPr algn="l">
              <a:defRPr sz="1800" b="0">
                <a:solidFill>
                  <a:srgbClr val="526773"/>
                </a:solidFill>
                <a:latin typeface="Arial"/>
                <a:ea typeface="Arial"/>
                <a:cs typeface="Arial"/>
              </a:defRPr>
            </a:lvl7pPr>
            <a:lvl8pPr algn="l">
              <a:defRPr sz="1800" b="0">
                <a:solidFill>
                  <a:srgbClr val="526773"/>
                </a:solidFill>
                <a:latin typeface="Arial"/>
                <a:ea typeface="Arial"/>
                <a:cs typeface="Arial"/>
              </a:defRPr>
            </a:lvl8pPr>
            <a:lvl9pPr algn="l">
              <a:defRPr sz="1800" b="0">
                <a:solidFill>
                  <a:srgbClr val="526773"/>
                </a:solidFill>
                <a:latin typeface="Arial"/>
                <a:ea typeface="Arial"/>
                <a:cs typeface="Arial"/>
              </a:defRPr>
            </a:lvl9pPr>
          </a:lstStyle>
          <a:p xmlns:a="http://schemas.openxmlformats.org/drawingml/2006/main">
            <a:pPr algn="l">
              <a:defRPr sz="1800" b="0">
                <a:solidFill>
                  <a:srgbClr val="526773"/>
                </a:solidFill>
                <a:latin typeface="Arial"/>
                <a:ea typeface="Arial"/>
                <a:cs typeface="Arial"/>
              </a:defRPr>
            </a:pPr>
            <a:r>
              <a:rPr sz="1800" b="0">
                <a:solidFill>
                  <a:srgbClr val="526773"/>
                </a:solidFill>
                <a:latin typeface="Arial"/>
                <a:ea typeface="Arial"/>
                <a:cs typeface="Arial"/>
              </a:rPr>
              <a:t>SVG growth and unfolding</a:t>
            </a:r>
          </a:p>
        </p:txBody>
      </p:sp>
      <p:sp>
        <p:nvSpPr>
          <p:cNvPr id="8" name="pixel-label">
            <a:extLst xmlns:a="http://schemas.openxmlformats.org/drawingml/2006/main">
              <a:ext uri="{FF2B5EF4-FFF2-40B4-BE49-F238E27FC236}">
                <a16:creationId xmlns:a16="http://schemas.microsoft.com/office/drawing/2014/main" id="{41D8859D-8682-45C7-A22C-C978F68E264E}"/>
              </a:ext>
            </a:extLst>
          </p:cNvPr>
          <p:cNvSpPr>
            <a:spLocks xmlns:a="http://schemas.openxmlformats.org/drawingml/2006/main" noGrp="1"/>
          </p:cNvSpPr>
          <p:nvPr/>
        </p:nvSpPr>
        <p:spPr>
          <a:xfrm xmlns:a="http://schemas.openxmlformats.org/drawingml/2006/main">
            <a:off x="4324350" y="5467350"/>
            <a:ext cx="68580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l">
              <a:defRPr sz="2100" b="1">
                <a:solidFill>
                  <a:srgbClr val="16242B"/>
                </a:solidFill>
                <a:latin typeface="Arial"/>
                <a:ea typeface="Arial"/>
                <a:cs typeface="Arial"/>
              </a:defRPr>
            </a:defPPr>
            <a:lvl1pPr algn="l">
              <a:defRPr sz="2100" b="1">
                <a:solidFill>
                  <a:srgbClr val="16242B"/>
                </a:solidFill>
                <a:latin typeface="Arial"/>
                <a:ea typeface="Arial"/>
                <a:cs typeface="Arial"/>
              </a:defRPr>
            </a:lvl1pPr>
            <a:lvl2pPr algn="l">
              <a:defRPr sz="2100" b="1">
                <a:solidFill>
                  <a:srgbClr val="16242B"/>
                </a:solidFill>
                <a:latin typeface="Arial"/>
                <a:ea typeface="Arial"/>
                <a:cs typeface="Arial"/>
              </a:defRPr>
            </a:lvl2pPr>
            <a:lvl3pPr algn="l">
              <a:defRPr sz="2100" b="1">
                <a:solidFill>
                  <a:srgbClr val="16242B"/>
                </a:solidFill>
                <a:latin typeface="Arial"/>
                <a:ea typeface="Arial"/>
                <a:cs typeface="Arial"/>
              </a:defRPr>
            </a:lvl3pPr>
            <a:lvl4pPr algn="l">
              <a:defRPr sz="2100" b="1">
                <a:solidFill>
                  <a:srgbClr val="16242B"/>
                </a:solidFill>
                <a:latin typeface="Arial"/>
                <a:ea typeface="Arial"/>
                <a:cs typeface="Arial"/>
              </a:defRPr>
            </a:lvl4pPr>
            <a:lvl5pPr algn="l">
              <a:defRPr sz="2100" b="1">
                <a:solidFill>
                  <a:srgbClr val="16242B"/>
                </a:solidFill>
                <a:latin typeface="Arial"/>
                <a:ea typeface="Arial"/>
                <a:cs typeface="Arial"/>
              </a:defRPr>
            </a:lvl5pPr>
            <a:lvl6pPr algn="l">
              <a:defRPr sz="2100" b="1">
                <a:solidFill>
                  <a:srgbClr val="16242B"/>
                </a:solidFill>
                <a:latin typeface="Arial"/>
                <a:ea typeface="Arial"/>
                <a:cs typeface="Arial"/>
              </a:defRPr>
            </a:lvl6pPr>
            <a:lvl7pPr algn="l">
              <a:defRPr sz="2100" b="1">
                <a:solidFill>
                  <a:srgbClr val="16242B"/>
                </a:solidFill>
                <a:latin typeface="Arial"/>
                <a:ea typeface="Arial"/>
                <a:cs typeface="Arial"/>
              </a:defRPr>
            </a:lvl7pPr>
            <a:lvl8pPr algn="l">
              <a:defRPr sz="2100" b="1">
                <a:solidFill>
                  <a:srgbClr val="16242B"/>
                </a:solidFill>
                <a:latin typeface="Arial"/>
                <a:ea typeface="Arial"/>
                <a:cs typeface="Arial"/>
              </a:defRPr>
            </a:lvl8pPr>
            <a:lvl9pPr algn="l">
              <a:defRPr sz="2100" b="1">
                <a:solidFill>
                  <a:srgbClr val="16242B"/>
                </a:solidFill>
                <a:latin typeface="Arial"/>
                <a:ea typeface="Arial"/>
                <a:cs typeface="Arial"/>
              </a:defRPr>
            </a:lvl9pPr>
          </a:lstStyle>
          <a:p xmlns:a="http://schemas.openxmlformats.org/drawingml/2006/main">
            <a:pPr algn="l">
              <a:defRPr sz="2100" b="1">
                <a:solidFill>
                  <a:srgbClr val="16242B"/>
                </a:solidFill>
                <a:latin typeface="Arial"/>
                <a:ea typeface="Arial"/>
                <a:cs typeface="Arial"/>
              </a:defRPr>
            </a:pPr>
            <a:r>
              <a:rPr sz="2100" b="1">
                <a:solidFill>
                  <a:srgbClr val="16242B"/>
                </a:solidFill>
                <a:latin typeface="Arial"/>
                <a:ea typeface="Arial"/>
                <a:cs typeface="Arial"/>
              </a:rPr>
              <a:t>Pixel maintenance rover</a:t>
            </a:r>
          </a:p>
        </p:txBody>
      </p:sp>
      <p:sp>
        <p:nvSpPr>
          <p:cNvPr id="9" name="pixel-detail">
            <a:extLst xmlns:a="http://schemas.openxmlformats.org/drawingml/2006/main">
              <a:ext uri="{FF2B5EF4-FFF2-40B4-BE49-F238E27FC236}">
                <a16:creationId xmlns:a16="http://schemas.microsoft.com/office/drawing/2014/main" id="{80031F2E-C9C0-45B4-B174-4FA008BD8AEC}"/>
              </a:ext>
            </a:extLst>
          </p:cNvPr>
          <p:cNvSpPr>
            <a:spLocks xmlns:a="http://schemas.openxmlformats.org/drawingml/2006/main" noGrp="1"/>
          </p:cNvSpPr>
          <p:nvPr/>
        </p:nvSpPr>
        <p:spPr>
          <a:xfrm xmlns:a="http://schemas.openxmlformats.org/drawingml/2006/main">
            <a:off x="4324350" y="5876925"/>
            <a:ext cx="66675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l">
              <a:defRPr sz="1800" b="0">
                <a:solidFill>
                  <a:srgbClr val="526773"/>
                </a:solidFill>
                <a:latin typeface="Arial"/>
                <a:ea typeface="Arial"/>
                <a:cs typeface="Arial"/>
              </a:defRPr>
            </a:defPPr>
            <a:lvl1pPr algn="l">
              <a:defRPr sz="1800" b="0">
                <a:solidFill>
                  <a:srgbClr val="526773"/>
                </a:solidFill>
                <a:latin typeface="Arial"/>
                <a:ea typeface="Arial"/>
                <a:cs typeface="Arial"/>
              </a:defRPr>
            </a:lvl1pPr>
            <a:lvl2pPr algn="l">
              <a:defRPr sz="1800" b="0">
                <a:solidFill>
                  <a:srgbClr val="526773"/>
                </a:solidFill>
                <a:latin typeface="Arial"/>
                <a:ea typeface="Arial"/>
                <a:cs typeface="Arial"/>
              </a:defRPr>
            </a:lvl2pPr>
            <a:lvl3pPr algn="l">
              <a:defRPr sz="1800" b="0">
                <a:solidFill>
                  <a:srgbClr val="526773"/>
                </a:solidFill>
                <a:latin typeface="Arial"/>
                <a:ea typeface="Arial"/>
                <a:cs typeface="Arial"/>
              </a:defRPr>
            </a:lvl3pPr>
            <a:lvl4pPr algn="l">
              <a:defRPr sz="1800" b="0">
                <a:solidFill>
                  <a:srgbClr val="526773"/>
                </a:solidFill>
                <a:latin typeface="Arial"/>
                <a:ea typeface="Arial"/>
                <a:cs typeface="Arial"/>
              </a:defRPr>
            </a:lvl4pPr>
            <a:lvl5pPr algn="l">
              <a:defRPr sz="1800" b="0">
                <a:solidFill>
                  <a:srgbClr val="526773"/>
                </a:solidFill>
                <a:latin typeface="Arial"/>
                <a:ea typeface="Arial"/>
                <a:cs typeface="Arial"/>
              </a:defRPr>
            </a:lvl5pPr>
            <a:lvl6pPr algn="l">
              <a:defRPr sz="1800" b="0">
                <a:solidFill>
                  <a:srgbClr val="526773"/>
                </a:solidFill>
                <a:latin typeface="Arial"/>
                <a:ea typeface="Arial"/>
                <a:cs typeface="Arial"/>
              </a:defRPr>
            </a:lvl6pPr>
            <a:lvl7pPr algn="l">
              <a:defRPr sz="1800" b="0">
                <a:solidFill>
                  <a:srgbClr val="526773"/>
                </a:solidFill>
                <a:latin typeface="Arial"/>
                <a:ea typeface="Arial"/>
                <a:cs typeface="Arial"/>
              </a:defRPr>
            </a:lvl7pPr>
            <a:lvl8pPr algn="l">
              <a:defRPr sz="1800" b="0">
                <a:solidFill>
                  <a:srgbClr val="526773"/>
                </a:solidFill>
                <a:latin typeface="Arial"/>
                <a:ea typeface="Arial"/>
                <a:cs typeface="Arial"/>
              </a:defRPr>
            </a:lvl8pPr>
            <a:lvl9pPr algn="l">
              <a:defRPr sz="1800" b="0">
                <a:solidFill>
                  <a:srgbClr val="526773"/>
                </a:solidFill>
                <a:latin typeface="Arial"/>
                <a:ea typeface="Arial"/>
                <a:cs typeface="Arial"/>
              </a:defRPr>
            </a:lvl9pPr>
          </a:lstStyle>
          <a:p xmlns:a="http://schemas.openxmlformats.org/drawingml/2006/main">
            <a:pPr algn="l">
              <a:defRPr sz="1800" b="0">
                <a:solidFill>
                  <a:srgbClr val="526773"/>
                </a:solidFill>
                <a:latin typeface="Arial"/>
                <a:ea typeface="Arial"/>
                <a:cs typeface="Arial"/>
              </a:defRPr>
            </a:pPr>
            <a:r>
              <a:rPr sz="1800" b="0">
                <a:solidFill>
                  <a:srgbClr val="526773"/>
                </a:solidFill>
                <a:latin typeface="Arial"/>
                <a:ea typeface="Arial"/>
                <a:cs typeface="Arial"/>
              </a:rPr>
              <a:t>Stepped insertion, power and conveyor</a:t>
            </a:r>
          </a:p>
        </p:txBody>
      </p:sp>
    </p:spTree>
    <p:extLst>
      <p:ext uri="{BB962C8B-B14F-4D97-AF65-F5344CB8AC3E}">
        <p14:creationId xmlns:p14="http://schemas.microsoft.com/office/powerpoint/2010/main" val="290790728"/>
      </p:ext>
    </p:extLst>
  </p:cSld>
</p:sld>
</file>

<file path=ppt/slides/slide3.xml><?xml version="1.0" encoding="utf-8"?>
<p:sld xmlns:p="http://schemas.openxmlformats.org/presentationml/2006/main">
  <p:cSld>
    <p:bg>
      <p:bgPr>
        <a:solidFill xmlns:a="http://schemas.openxmlformats.org/drawingml/2006/main">
          <a:srgbClr val="F4F7FA"/>
        </a:solidFill>
      </p:bgPr>
    </p:bg>
    <p:spTree>
      <p:nvGrpSpPr>
        <p:cNvPr id="1" name=""/>
        <p:cNvGrpSpPr/>
        <p:nvPr/>
      </p:nvGrpSpPr>
      <p:grpSpPr>
        <a:xfrm xmlns:a="http://schemas.openxmlformats.org/drawingml/2006/main"/>
      </p:grpSpPr>
      <p:sp>
        <p:nvSpPr>
          <p:cNvPr id="15" name="title">
            <a:extLst xmlns:a="http://schemas.openxmlformats.org/drawingml/2006/main">
              <a:ext uri="{FF2B5EF4-FFF2-40B4-BE49-F238E27FC236}">
                <a16:creationId xmlns:a16="http://schemas.microsoft.com/office/drawing/2014/main" id="{A2F24979-7484-4CB5-B528-382F1CD29161}"/>
              </a:ext>
            </a:extLst>
          </p:cNvPr>
          <p:cNvSpPr>
            <a:spLocks xmlns:a="http://schemas.openxmlformats.org/drawingml/2006/main" noGrp="1"/>
          </p:cNvSpPr>
          <p:nvPr/>
        </p:nvSpPr>
        <p:spPr>
          <a:xfrm xmlns:a="http://schemas.openxmlformats.org/drawingml/2006/main">
            <a:off x="628650" y="447675"/>
            <a:ext cx="1093470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lstStyle xmlns:a="http://schemas.openxmlformats.org/drawingml/2006/main">
            <a:defPPr algn="l">
              <a:defRPr sz="3450" b="1">
                <a:solidFill>
                  <a:srgbClr val="16242B"/>
                </a:solidFill>
                <a:latin typeface="Arial"/>
                <a:ea typeface="Arial"/>
                <a:cs typeface="Arial"/>
              </a:defRPr>
            </a:defPPr>
            <a:lvl1pPr algn="l">
              <a:buNone/>
              <a:defRPr sz="3450" b="1">
                <a:solidFill>
                  <a:srgbClr val="16242B"/>
                </a:solidFill>
                <a:latin typeface="Arial"/>
                <a:ea typeface="Arial"/>
                <a:cs typeface="Arial"/>
              </a:defRPr>
            </a:lvl1pPr>
            <a:lvl2pPr algn="l">
              <a:buNone/>
              <a:defRPr sz="3450" b="1">
                <a:solidFill>
                  <a:srgbClr val="16242B"/>
                </a:solidFill>
                <a:latin typeface="Arial"/>
                <a:ea typeface="Arial"/>
                <a:cs typeface="Arial"/>
              </a:defRPr>
            </a:lvl2pPr>
            <a:lvl3pPr algn="l">
              <a:buNone/>
              <a:defRPr sz="3450" b="1">
                <a:solidFill>
                  <a:srgbClr val="16242B"/>
                </a:solidFill>
                <a:latin typeface="Arial"/>
                <a:ea typeface="Arial"/>
                <a:cs typeface="Arial"/>
              </a:defRPr>
            </a:lvl3pPr>
            <a:lvl4pPr algn="l">
              <a:buNone/>
              <a:defRPr sz="3450" b="1">
                <a:solidFill>
                  <a:srgbClr val="16242B"/>
                </a:solidFill>
                <a:latin typeface="Arial"/>
                <a:ea typeface="Arial"/>
                <a:cs typeface="Arial"/>
              </a:defRPr>
            </a:lvl4pPr>
            <a:lvl5pPr algn="l">
              <a:buNone/>
              <a:defRPr sz="3450" b="1">
                <a:solidFill>
                  <a:srgbClr val="16242B"/>
                </a:solidFill>
                <a:latin typeface="Arial"/>
                <a:ea typeface="Arial"/>
                <a:cs typeface="Arial"/>
              </a:defRPr>
            </a:lvl5pPr>
            <a:lvl6pPr algn="l">
              <a:buNone/>
              <a:defRPr sz="3450" b="1">
                <a:solidFill>
                  <a:srgbClr val="16242B"/>
                </a:solidFill>
                <a:latin typeface="Arial"/>
                <a:ea typeface="Arial"/>
                <a:cs typeface="Arial"/>
              </a:defRPr>
            </a:lvl6pPr>
            <a:lvl7pPr algn="l">
              <a:buNone/>
              <a:defRPr sz="3450" b="1">
                <a:solidFill>
                  <a:srgbClr val="16242B"/>
                </a:solidFill>
                <a:latin typeface="Arial"/>
                <a:ea typeface="Arial"/>
                <a:cs typeface="Arial"/>
              </a:defRPr>
            </a:lvl7pPr>
            <a:lvl8pPr algn="l">
              <a:buNone/>
              <a:defRPr sz="3450" b="1">
                <a:solidFill>
                  <a:srgbClr val="16242B"/>
                </a:solidFill>
                <a:latin typeface="Arial"/>
                <a:ea typeface="Arial"/>
                <a:cs typeface="Arial"/>
              </a:defRPr>
            </a:lvl8pPr>
            <a:lvl9pPr algn="l">
              <a:buNone/>
              <a:defRPr sz="3450" b="1">
                <a:solidFill>
                  <a:srgbClr val="16242B"/>
                </a:solidFill>
                <a:latin typeface="Arial"/>
                <a:ea typeface="Arial"/>
                <a:cs typeface="Arial"/>
              </a:defRPr>
            </a:lvl9pPr>
          </a:lstStyle>
          <a:p xmlns:a="http://schemas.openxmlformats.org/drawingml/2006/main">
            <a:pPr algn="l">
              <a:buNone/>
              <a:defRPr sz="3450" b="1">
                <a:solidFill>
                  <a:srgbClr val="16242B"/>
                </a:solidFill>
                <a:latin typeface="Arial"/>
                <a:ea typeface="Arial"/>
                <a:cs typeface="Arial"/>
              </a:defRPr>
            </a:pPr>
            <a:r>
              <a:rPr sz="3450" b="1">
                <a:solidFill>
                  <a:srgbClr val="16242B"/>
                </a:solidFill>
                <a:latin typeface="Arial"/>
                <a:ea typeface="Arial"/>
                <a:cs typeface="Arial"/>
              </a:rPr>
              <a:t>Purposeful motion</a:t>
            </a:r>
          </a:p>
        </p:txBody>
      </p:sp>
      <p:sp>
        <p:nvSpPr>
          <p:cNvPr id="2" name="page">
            <a:extLst xmlns:a="http://schemas.openxmlformats.org/drawingml/2006/main">
              <a:ext uri="{FF2B5EF4-FFF2-40B4-BE49-F238E27FC236}">
                <a16:creationId xmlns:a16="http://schemas.microsoft.com/office/drawing/2014/main" id="{A7A77DEA-1EB2-488C-8006-88AD17DC9675}"/>
              </a:ext>
            </a:extLst>
          </p:cNvPr>
          <p:cNvSpPr>
            <a:spLocks xmlns:a="http://schemas.openxmlformats.org/drawingml/2006/main" noGrp="1"/>
          </p:cNvSpPr>
          <p:nvPr/>
        </p:nvSpPr>
        <p:spPr>
          <a:xfrm xmlns:a="http://schemas.openxmlformats.org/drawingml/2006/main">
            <a:off x="11049000" y="6162675"/>
            <a:ext cx="5143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lstStyle xmlns:a="http://schemas.openxmlformats.org/drawingml/2006/main">
            <a:defPPr algn="l">
              <a:defRPr sz="1275" b="0">
                <a:solidFill>
                  <a:srgbClr val="526773"/>
                </a:solidFill>
                <a:latin typeface="Arial"/>
                <a:ea typeface="Arial"/>
                <a:cs typeface="Arial"/>
              </a:defRPr>
            </a:defPPr>
            <a:lvl1pPr algn="l">
              <a:buNone/>
              <a:defRPr sz="1275" b="0">
                <a:solidFill>
                  <a:srgbClr val="526773"/>
                </a:solidFill>
                <a:latin typeface="Arial"/>
                <a:ea typeface="Arial"/>
                <a:cs typeface="Arial"/>
              </a:defRPr>
            </a:lvl1pPr>
            <a:lvl2pPr algn="l">
              <a:buNone/>
              <a:defRPr sz="1275" b="0">
                <a:solidFill>
                  <a:srgbClr val="526773"/>
                </a:solidFill>
                <a:latin typeface="Arial"/>
                <a:ea typeface="Arial"/>
                <a:cs typeface="Arial"/>
              </a:defRPr>
            </a:lvl2pPr>
            <a:lvl3pPr algn="l">
              <a:buNone/>
              <a:defRPr sz="1275" b="0">
                <a:solidFill>
                  <a:srgbClr val="526773"/>
                </a:solidFill>
                <a:latin typeface="Arial"/>
                <a:ea typeface="Arial"/>
                <a:cs typeface="Arial"/>
              </a:defRPr>
            </a:lvl3pPr>
            <a:lvl4pPr algn="l">
              <a:buNone/>
              <a:defRPr sz="1275" b="0">
                <a:solidFill>
                  <a:srgbClr val="526773"/>
                </a:solidFill>
                <a:latin typeface="Arial"/>
                <a:ea typeface="Arial"/>
                <a:cs typeface="Arial"/>
              </a:defRPr>
            </a:lvl4pPr>
            <a:lvl5pPr algn="l">
              <a:buNone/>
              <a:defRPr sz="1275" b="0">
                <a:solidFill>
                  <a:srgbClr val="526773"/>
                </a:solidFill>
                <a:latin typeface="Arial"/>
                <a:ea typeface="Arial"/>
                <a:cs typeface="Arial"/>
              </a:defRPr>
            </a:lvl5pPr>
            <a:lvl6pPr algn="l">
              <a:buNone/>
              <a:defRPr sz="1275" b="0">
                <a:solidFill>
                  <a:srgbClr val="526773"/>
                </a:solidFill>
                <a:latin typeface="Arial"/>
                <a:ea typeface="Arial"/>
                <a:cs typeface="Arial"/>
              </a:defRPr>
            </a:lvl6pPr>
            <a:lvl7pPr algn="l">
              <a:buNone/>
              <a:defRPr sz="1275" b="0">
                <a:solidFill>
                  <a:srgbClr val="526773"/>
                </a:solidFill>
                <a:latin typeface="Arial"/>
                <a:ea typeface="Arial"/>
                <a:cs typeface="Arial"/>
              </a:defRPr>
            </a:lvl7pPr>
            <a:lvl8pPr algn="l">
              <a:buNone/>
              <a:defRPr sz="1275" b="0">
                <a:solidFill>
                  <a:srgbClr val="526773"/>
                </a:solidFill>
                <a:latin typeface="Arial"/>
                <a:ea typeface="Arial"/>
                <a:cs typeface="Arial"/>
              </a:defRPr>
            </a:lvl8pPr>
            <a:lvl9pPr algn="l">
              <a:buNone/>
              <a:defRPr sz="1275" b="0">
                <a:solidFill>
                  <a:srgbClr val="526773"/>
                </a:solidFill>
                <a:latin typeface="Arial"/>
                <a:ea typeface="Arial"/>
                <a:cs typeface="Arial"/>
              </a:defRPr>
            </a:lvl9pPr>
          </a:lstStyle>
          <a:p xmlns:a="http://schemas.openxmlformats.org/drawingml/2006/main">
            <a:pPr algn="l">
              <a:buNone/>
              <a:defRPr sz="1275" b="0">
                <a:solidFill>
                  <a:srgbClr val="526773"/>
                </a:solidFill>
                <a:latin typeface="Arial"/>
                <a:ea typeface="Arial"/>
                <a:cs typeface="Arial"/>
              </a:defRPr>
            </a:pPr>
            <a:r>
              <a:rPr sz="1275" b="0">
                <a:solidFill>
                  <a:srgbClr val="526773"/>
                </a:solidFill>
                <a:latin typeface="Arial"/>
                <a:ea typeface="Arial"/>
                <a:cs typeface="Arial"/>
              </a:rPr>
              <a:t>03</a:t>
            </a:r>
          </a:p>
        </p:txBody>
      </p:sp>
      <p:sp>
        <p:nvSpPr>
          <p:cNvPr id="3" name="thesis">
            <a:extLst xmlns:a="http://schemas.openxmlformats.org/drawingml/2006/main">
              <a:ext uri="{FF2B5EF4-FFF2-40B4-BE49-F238E27FC236}">
                <a16:creationId xmlns:a16="http://schemas.microsoft.com/office/drawing/2014/main" id="{28EE9695-E88D-4E4B-8348-B0E004109DC2}"/>
              </a:ext>
            </a:extLst>
          </p:cNvPr>
          <p:cNvSpPr>
            <a:spLocks xmlns:a="http://schemas.openxmlformats.org/drawingml/2006/main" noGrp="1"/>
          </p:cNvSpPr>
          <p:nvPr/>
        </p:nvSpPr>
        <p:spPr>
          <a:xfrm xmlns:a="http://schemas.openxmlformats.org/drawingml/2006/main">
            <a:off x="647700" y="1381125"/>
            <a:ext cx="10668000" cy="1066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lstStyle xmlns:a="http://schemas.openxmlformats.org/drawingml/2006/main">
            <a:defPPr algn="l">
              <a:defRPr sz="2850" b="1">
                <a:solidFill>
                  <a:srgbClr val="006F70"/>
                </a:solidFill>
                <a:latin typeface="Arial"/>
                <a:ea typeface="Arial"/>
                <a:cs typeface="Arial"/>
              </a:defRPr>
            </a:defPPr>
            <a:lvl1pPr algn="l">
              <a:buNone/>
              <a:defRPr sz="2850" b="1">
                <a:solidFill>
                  <a:srgbClr val="006F70"/>
                </a:solidFill>
                <a:latin typeface="Arial"/>
                <a:ea typeface="Arial"/>
                <a:cs typeface="Arial"/>
              </a:defRPr>
            </a:lvl1pPr>
            <a:lvl2pPr algn="l">
              <a:buNone/>
              <a:defRPr sz="2850" b="1">
                <a:solidFill>
                  <a:srgbClr val="006F70"/>
                </a:solidFill>
                <a:latin typeface="Arial"/>
                <a:ea typeface="Arial"/>
                <a:cs typeface="Arial"/>
              </a:defRPr>
            </a:lvl2pPr>
            <a:lvl3pPr algn="l">
              <a:buNone/>
              <a:defRPr sz="2850" b="1">
                <a:solidFill>
                  <a:srgbClr val="006F70"/>
                </a:solidFill>
                <a:latin typeface="Arial"/>
                <a:ea typeface="Arial"/>
                <a:cs typeface="Arial"/>
              </a:defRPr>
            </a:lvl3pPr>
            <a:lvl4pPr algn="l">
              <a:buNone/>
              <a:defRPr sz="2850" b="1">
                <a:solidFill>
                  <a:srgbClr val="006F70"/>
                </a:solidFill>
                <a:latin typeface="Arial"/>
                <a:ea typeface="Arial"/>
                <a:cs typeface="Arial"/>
              </a:defRPr>
            </a:lvl4pPr>
            <a:lvl5pPr algn="l">
              <a:buNone/>
              <a:defRPr sz="2850" b="1">
                <a:solidFill>
                  <a:srgbClr val="006F70"/>
                </a:solidFill>
                <a:latin typeface="Arial"/>
                <a:ea typeface="Arial"/>
                <a:cs typeface="Arial"/>
              </a:defRPr>
            </a:lvl5pPr>
            <a:lvl6pPr algn="l">
              <a:buNone/>
              <a:defRPr sz="2850" b="1">
                <a:solidFill>
                  <a:srgbClr val="006F70"/>
                </a:solidFill>
                <a:latin typeface="Arial"/>
                <a:ea typeface="Arial"/>
                <a:cs typeface="Arial"/>
              </a:defRPr>
            </a:lvl6pPr>
            <a:lvl7pPr algn="l">
              <a:buNone/>
              <a:defRPr sz="2850" b="1">
                <a:solidFill>
                  <a:srgbClr val="006F70"/>
                </a:solidFill>
                <a:latin typeface="Arial"/>
                <a:ea typeface="Arial"/>
                <a:cs typeface="Arial"/>
              </a:defRPr>
            </a:lvl7pPr>
            <a:lvl8pPr algn="l">
              <a:buNone/>
              <a:defRPr sz="2850" b="1">
                <a:solidFill>
                  <a:srgbClr val="006F70"/>
                </a:solidFill>
                <a:latin typeface="Arial"/>
                <a:ea typeface="Arial"/>
                <a:cs typeface="Arial"/>
              </a:defRPr>
            </a:lvl8pPr>
            <a:lvl9pPr algn="l">
              <a:buNone/>
              <a:defRPr sz="2850" b="1">
                <a:solidFill>
                  <a:srgbClr val="006F70"/>
                </a:solidFill>
                <a:latin typeface="Arial"/>
                <a:ea typeface="Arial"/>
                <a:cs typeface="Arial"/>
              </a:defRPr>
            </a:lvl9pPr>
          </a:lstStyle>
          <a:p xmlns:a="http://schemas.openxmlformats.org/drawingml/2006/main">
            <a:pPr algn="l">
              <a:buNone/>
              <a:defRPr sz="2850" b="1">
                <a:solidFill>
                  <a:srgbClr val="006F70"/>
                </a:solidFill>
                <a:latin typeface="Arial"/>
                <a:ea typeface="Arial"/>
                <a:cs typeface="Arial"/>
              </a:defRPr>
            </a:pPr>
            <a:r>
              <a:rPr sz="2850" b="1">
                <a:solidFill>
                  <a:srgbClr val="006F70"/>
                </a:solidFill>
                <a:latin typeface="Arial"/>
                <a:ea typeface="Arial"/>
                <a:cs typeface="Arial"/>
              </a:rPr>
              <a:t>Every beat should change what the viewer</a:t>
            </a:r>
          </a:p>
          <a:p xmlns:a="http://schemas.openxmlformats.org/drawingml/2006/main">
            <a:pPr algn="l">
              <a:buNone/>
              <a:defRPr sz="2850" b="1">
                <a:solidFill>
                  <a:srgbClr val="006F70"/>
                </a:solidFill>
                <a:latin typeface="Arial"/>
                <a:ea typeface="Arial"/>
                <a:cs typeface="Arial"/>
              </a:defRPr>
            </a:pPr>
            <a:r>
              <a:rPr sz="2850" b="1">
                <a:solidFill>
                  <a:srgbClr val="006F70"/>
                </a:solidFill>
                <a:latin typeface="Arial"/>
                <a:ea typeface="Arial"/>
                <a:cs typeface="Arial"/>
              </a:rPr>
              <a:t>understands, expects or feels.</a:t>
            </a:r>
          </a:p>
        </p:txBody>
      </p:sp>
      <p:sp>
        <p:nvSpPr>
          <p:cNvPr id="4" name="craft-label-0">
            <a:extLst xmlns:a="http://schemas.openxmlformats.org/drawingml/2006/main">
              <a:ext uri="{FF2B5EF4-FFF2-40B4-BE49-F238E27FC236}">
                <a16:creationId xmlns:a16="http://schemas.microsoft.com/office/drawing/2014/main" id="{C17FF019-DE4A-4752-A245-AF58B8FC1C51}"/>
              </a:ext>
            </a:extLst>
          </p:cNvPr>
          <p:cNvSpPr>
            <a:spLocks xmlns:a="http://schemas.openxmlformats.org/drawingml/2006/main" noGrp="1"/>
          </p:cNvSpPr>
          <p:nvPr/>
        </p:nvSpPr>
        <p:spPr>
          <a:xfrm xmlns:a="http://schemas.openxmlformats.org/drawingml/2006/main">
            <a:off x="666750" y="2952750"/>
            <a:ext cx="21336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lstStyle xmlns:a="http://schemas.openxmlformats.org/drawingml/2006/main">
            <a:defPPr algn="l">
              <a:defRPr sz="2025" b="1">
                <a:solidFill>
                  <a:srgbClr val="16242B"/>
                </a:solidFill>
                <a:latin typeface="Arial"/>
                <a:ea typeface="Arial"/>
                <a:cs typeface="Arial"/>
              </a:defRPr>
            </a:defPPr>
            <a:lvl1pPr algn="l">
              <a:buNone/>
              <a:defRPr sz="2025" b="1">
                <a:solidFill>
                  <a:srgbClr val="16242B"/>
                </a:solidFill>
                <a:latin typeface="Arial"/>
                <a:ea typeface="Arial"/>
                <a:cs typeface="Arial"/>
              </a:defRPr>
            </a:lvl1pPr>
            <a:lvl2pPr algn="l">
              <a:buNone/>
              <a:defRPr sz="2025" b="1">
                <a:solidFill>
                  <a:srgbClr val="16242B"/>
                </a:solidFill>
                <a:latin typeface="Arial"/>
                <a:ea typeface="Arial"/>
                <a:cs typeface="Arial"/>
              </a:defRPr>
            </a:lvl2pPr>
            <a:lvl3pPr algn="l">
              <a:buNone/>
              <a:defRPr sz="2025" b="1">
                <a:solidFill>
                  <a:srgbClr val="16242B"/>
                </a:solidFill>
                <a:latin typeface="Arial"/>
                <a:ea typeface="Arial"/>
                <a:cs typeface="Arial"/>
              </a:defRPr>
            </a:lvl3pPr>
            <a:lvl4pPr algn="l">
              <a:buNone/>
              <a:defRPr sz="2025" b="1">
                <a:solidFill>
                  <a:srgbClr val="16242B"/>
                </a:solidFill>
                <a:latin typeface="Arial"/>
                <a:ea typeface="Arial"/>
                <a:cs typeface="Arial"/>
              </a:defRPr>
            </a:lvl4pPr>
            <a:lvl5pPr algn="l">
              <a:buNone/>
              <a:defRPr sz="2025" b="1">
                <a:solidFill>
                  <a:srgbClr val="16242B"/>
                </a:solidFill>
                <a:latin typeface="Arial"/>
                <a:ea typeface="Arial"/>
                <a:cs typeface="Arial"/>
              </a:defRPr>
            </a:lvl5pPr>
            <a:lvl6pPr algn="l">
              <a:buNone/>
              <a:defRPr sz="2025" b="1">
                <a:solidFill>
                  <a:srgbClr val="16242B"/>
                </a:solidFill>
                <a:latin typeface="Arial"/>
                <a:ea typeface="Arial"/>
                <a:cs typeface="Arial"/>
              </a:defRPr>
            </a:lvl6pPr>
            <a:lvl7pPr algn="l">
              <a:buNone/>
              <a:defRPr sz="2025" b="1">
                <a:solidFill>
                  <a:srgbClr val="16242B"/>
                </a:solidFill>
                <a:latin typeface="Arial"/>
                <a:ea typeface="Arial"/>
                <a:cs typeface="Arial"/>
              </a:defRPr>
            </a:lvl7pPr>
            <a:lvl8pPr algn="l">
              <a:buNone/>
              <a:defRPr sz="2025" b="1">
                <a:solidFill>
                  <a:srgbClr val="16242B"/>
                </a:solidFill>
                <a:latin typeface="Arial"/>
                <a:ea typeface="Arial"/>
                <a:cs typeface="Arial"/>
              </a:defRPr>
            </a:lvl8pPr>
            <a:lvl9pPr algn="l">
              <a:buNone/>
              <a:defRPr sz="2025" b="1">
                <a:solidFill>
                  <a:srgbClr val="16242B"/>
                </a:solidFill>
                <a:latin typeface="Arial"/>
                <a:ea typeface="Arial"/>
                <a:cs typeface="Arial"/>
              </a:defRPr>
            </a:lvl9pPr>
          </a:lstStyle>
          <a:p xmlns:a="http://schemas.openxmlformats.org/drawingml/2006/main">
            <a:pPr algn="l">
              <a:buNone/>
              <a:defRPr sz="2025" b="1">
                <a:solidFill>
                  <a:srgbClr val="16242B"/>
                </a:solidFill>
                <a:latin typeface="Arial"/>
                <a:ea typeface="Arial"/>
                <a:cs typeface="Arial"/>
              </a:defRPr>
            </a:pPr>
            <a:r>
              <a:rPr sz="2025" b="1">
                <a:solidFill>
                  <a:srgbClr val="16242B"/>
                </a:solidFill>
                <a:latin typeface="Arial"/>
                <a:ea typeface="Arial"/>
                <a:cs typeface="Arial"/>
              </a:rPr>
              <a:t>Story</a:t>
            </a:r>
          </a:p>
        </p:txBody>
      </p:sp>
      <p:sp>
        <p:nvSpPr>
          <p:cNvPr id="5" name="craft-body-0">
            <a:extLst xmlns:a="http://schemas.openxmlformats.org/drawingml/2006/main">
              <a:ext uri="{FF2B5EF4-FFF2-40B4-BE49-F238E27FC236}">
                <a16:creationId xmlns:a16="http://schemas.microsoft.com/office/drawing/2014/main" id="{5FEC3A85-5E2D-4CAC-9149-82B75C8DF9B5}"/>
              </a:ext>
            </a:extLst>
          </p:cNvPr>
          <p:cNvSpPr>
            <a:spLocks xmlns:a="http://schemas.openxmlformats.org/drawingml/2006/main" noGrp="1"/>
          </p:cNvSpPr>
          <p:nvPr/>
        </p:nvSpPr>
        <p:spPr>
          <a:xfrm xmlns:a="http://schemas.openxmlformats.org/drawingml/2006/main">
            <a:off x="2876550" y="2952750"/>
            <a:ext cx="84201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lstStyle xmlns:a="http://schemas.openxmlformats.org/drawingml/2006/main">
            <a:defPPr algn="l">
              <a:defRPr sz="2025" b="0">
                <a:solidFill>
                  <a:srgbClr val="526773"/>
                </a:solidFill>
                <a:latin typeface="Arial"/>
                <a:ea typeface="Arial"/>
                <a:cs typeface="Arial"/>
              </a:defRPr>
            </a:defPPr>
            <a:lvl1pPr algn="l">
              <a:buNone/>
              <a:defRPr sz="2025" b="0">
                <a:solidFill>
                  <a:srgbClr val="526773"/>
                </a:solidFill>
                <a:latin typeface="Arial"/>
                <a:ea typeface="Arial"/>
                <a:cs typeface="Arial"/>
              </a:defRPr>
            </a:lvl1pPr>
            <a:lvl2pPr algn="l">
              <a:buNone/>
              <a:defRPr sz="2025" b="0">
                <a:solidFill>
                  <a:srgbClr val="526773"/>
                </a:solidFill>
                <a:latin typeface="Arial"/>
                <a:ea typeface="Arial"/>
                <a:cs typeface="Arial"/>
              </a:defRPr>
            </a:lvl2pPr>
            <a:lvl3pPr algn="l">
              <a:buNone/>
              <a:defRPr sz="2025" b="0">
                <a:solidFill>
                  <a:srgbClr val="526773"/>
                </a:solidFill>
                <a:latin typeface="Arial"/>
                <a:ea typeface="Arial"/>
                <a:cs typeface="Arial"/>
              </a:defRPr>
            </a:lvl3pPr>
            <a:lvl4pPr algn="l">
              <a:buNone/>
              <a:defRPr sz="2025" b="0">
                <a:solidFill>
                  <a:srgbClr val="526773"/>
                </a:solidFill>
                <a:latin typeface="Arial"/>
                <a:ea typeface="Arial"/>
                <a:cs typeface="Arial"/>
              </a:defRPr>
            </a:lvl4pPr>
            <a:lvl5pPr algn="l">
              <a:buNone/>
              <a:defRPr sz="2025" b="0">
                <a:solidFill>
                  <a:srgbClr val="526773"/>
                </a:solidFill>
                <a:latin typeface="Arial"/>
                <a:ea typeface="Arial"/>
                <a:cs typeface="Arial"/>
              </a:defRPr>
            </a:lvl5pPr>
            <a:lvl6pPr algn="l">
              <a:buNone/>
              <a:defRPr sz="2025" b="0">
                <a:solidFill>
                  <a:srgbClr val="526773"/>
                </a:solidFill>
                <a:latin typeface="Arial"/>
                <a:ea typeface="Arial"/>
                <a:cs typeface="Arial"/>
              </a:defRPr>
            </a:lvl6pPr>
            <a:lvl7pPr algn="l">
              <a:buNone/>
              <a:defRPr sz="2025" b="0">
                <a:solidFill>
                  <a:srgbClr val="526773"/>
                </a:solidFill>
                <a:latin typeface="Arial"/>
                <a:ea typeface="Arial"/>
                <a:cs typeface="Arial"/>
              </a:defRPr>
            </a:lvl7pPr>
            <a:lvl8pPr algn="l">
              <a:buNone/>
              <a:defRPr sz="2025" b="0">
                <a:solidFill>
                  <a:srgbClr val="526773"/>
                </a:solidFill>
                <a:latin typeface="Arial"/>
                <a:ea typeface="Arial"/>
                <a:cs typeface="Arial"/>
              </a:defRPr>
            </a:lvl8pPr>
            <a:lvl9pPr algn="l">
              <a:buNone/>
              <a:defRPr sz="2025" b="0">
                <a:solidFill>
                  <a:srgbClr val="526773"/>
                </a:solidFill>
                <a:latin typeface="Arial"/>
                <a:ea typeface="Arial"/>
                <a:cs typeface="Arial"/>
              </a:defRPr>
            </a:lvl9pPr>
          </a:lstStyle>
          <a:p xmlns:a="http://schemas.openxmlformats.org/drawingml/2006/main">
            <a:pPr algn="l">
              <a:buNone/>
              <a:defRPr sz="2025" b="0">
                <a:solidFill>
                  <a:srgbClr val="526773"/>
                </a:solidFill>
                <a:latin typeface="Arial"/>
                <a:ea typeface="Arial"/>
                <a:cs typeface="Arial"/>
              </a:defRPr>
            </a:pPr>
            <a:r>
              <a:rPr sz="2025" b="0">
                <a:solidFill>
                  <a:srgbClr val="526773"/>
                </a:solidFill>
                <a:latin typeface="Arial"/>
                <a:ea typeface="Arial"/>
                <a:cs typeface="Arial"/>
              </a:rPr>
              <a:t>A promise, a visible change and a payoff.</a:t>
            </a:r>
          </a:p>
        </p:txBody>
      </p:sp>
      <p:sp>
        <p:nvSpPr>
          <p:cNvPr id="6" name="craft-rule-0">
            <a:extLst xmlns:a="http://schemas.openxmlformats.org/drawingml/2006/main">
              <a:ext uri="{FF2B5EF4-FFF2-40B4-BE49-F238E27FC236}">
                <a16:creationId xmlns:a16="http://schemas.microsoft.com/office/drawing/2014/main" id="{94AC42E3-8BC7-4CF0-92B4-B9FD6E7A2F1E}"/>
              </a:ext>
            </a:extLst>
          </p:cNvPr>
          <p:cNvSpPr>
            <a:spLocks xmlns:a="http://schemas.openxmlformats.org/drawingml/2006/main" noGrp="1"/>
          </p:cNvSpPr>
          <p:nvPr/>
        </p:nvSpPr>
        <p:spPr>
          <a:xfrm xmlns:a="http://schemas.openxmlformats.org/drawingml/2006/main">
            <a:off x="666750" y="3533775"/>
            <a:ext cx="10620375" cy="0"/>
          </a:xfrm>
          <a:prstGeom xmlns:a="http://schemas.openxmlformats.org/drawingml/2006/main" prst="line">
            <a:avLst/>
          </a:prstGeom>
          <a:noFill xmlns:a="http://schemas.openxmlformats.org/drawingml/2006/main"/>
          <a:ln xmlns:a="http://schemas.openxmlformats.org/drawingml/2006/main" w="14288">
            <a:solidFill>
              <a:srgbClr val="A8BAC5"/>
            </a:solidFill>
            <a:prstDash val="solid"/>
          </a:ln>
        </p:spPr>
      </p:sp>
      <p:sp>
        <p:nvSpPr>
          <p:cNvPr id="7" name="craft-label-1">
            <a:extLst xmlns:a="http://schemas.openxmlformats.org/drawingml/2006/main">
              <a:ext uri="{FF2B5EF4-FFF2-40B4-BE49-F238E27FC236}">
                <a16:creationId xmlns:a16="http://schemas.microsoft.com/office/drawing/2014/main" id="{90A9B59A-FCD7-42F1-B644-FCB11D74126D}"/>
              </a:ext>
            </a:extLst>
          </p:cNvPr>
          <p:cNvSpPr>
            <a:spLocks xmlns:a="http://schemas.openxmlformats.org/drawingml/2006/main" noGrp="1"/>
          </p:cNvSpPr>
          <p:nvPr/>
        </p:nvSpPr>
        <p:spPr>
          <a:xfrm xmlns:a="http://schemas.openxmlformats.org/drawingml/2006/main">
            <a:off x="666750" y="3648075"/>
            <a:ext cx="21336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lstStyle xmlns:a="http://schemas.openxmlformats.org/drawingml/2006/main">
            <a:defPPr algn="l">
              <a:defRPr sz="2025" b="1">
                <a:solidFill>
                  <a:srgbClr val="16242B"/>
                </a:solidFill>
                <a:latin typeface="Arial"/>
                <a:ea typeface="Arial"/>
                <a:cs typeface="Arial"/>
              </a:defRPr>
            </a:defPPr>
            <a:lvl1pPr algn="l">
              <a:buNone/>
              <a:defRPr sz="2025" b="1">
                <a:solidFill>
                  <a:srgbClr val="16242B"/>
                </a:solidFill>
                <a:latin typeface="Arial"/>
                <a:ea typeface="Arial"/>
                <a:cs typeface="Arial"/>
              </a:defRPr>
            </a:lvl1pPr>
            <a:lvl2pPr algn="l">
              <a:buNone/>
              <a:defRPr sz="2025" b="1">
                <a:solidFill>
                  <a:srgbClr val="16242B"/>
                </a:solidFill>
                <a:latin typeface="Arial"/>
                <a:ea typeface="Arial"/>
                <a:cs typeface="Arial"/>
              </a:defRPr>
            </a:lvl2pPr>
            <a:lvl3pPr algn="l">
              <a:buNone/>
              <a:defRPr sz="2025" b="1">
                <a:solidFill>
                  <a:srgbClr val="16242B"/>
                </a:solidFill>
                <a:latin typeface="Arial"/>
                <a:ea typeface="Arial"/>
                <a:cs typeface="Arial"/>
              </a:defRPr>
            </a:lvl3pPr>
            <a:lvl4pPr algn="l">
              <a:buNone/>
              <a:defRPr sz="2025" b="1">
                <a:solidFill>
                  <a:srgbClr val="16242B"/>
                </a:solidFill>
                <a:latin typeface="Arial"/>
                <a:ea typeface="Arial"/>
                <a:cs typeface="Arial"/>
              </a:defRPr>
            </a:lvl4pPr>
            <a:lvl5pPr algn="l">
              <a:buNone/>
              <a:defRPr sz="2025" b="1">
                <a:solidFill>
                  <a:srgbClr val="16242B"/>
                </a:solidFill>
                <a:latin typeface="Arial"/>
                <a:ea typeface="Arial"/>
                <a:cs typeface="Arial"/>
              </a:defRPr>
            </a:lvl5pPr>
            <a:lvl6pPr algn="l">
              <a:buNone/>
              <a:defRPr sz="2025" b="1">
                <a:solidFill>
                  <a:srgbClr val="16242B"/>
                </a:solidFill>
                <a:latin typeface="Arial"/>
                <a:ea typeface="Arial"/>
                <a:cs typeface="Arial"/>
              </a:defRPr>
            </a:lvl6pPr>
            <a:lvl7pPr algn="l">
              <a:buNone/>
              <a:defRPr sz="2025" b="1">
                <a:solidFill>
                  <a:srgbClr val="16242B"/>
                </a:solidFill>
                <a:latin typeface="Arial"/>
                <a:ea typeface="Arial"/>
                <a:cs typeface="Arial"/>
              </a:defRPr>
            </a:lvl7pPr>
            <a:lvl8pPr algn="l">
              <a:buNone/>
              <a:defRPr sz="2025" b="1">
                <a:solidFill>
                  <a:srgbClr val="16242B"/>
                </a:solidFill>
                <a:latin typeface="Arial"/>
                <a:ea typeface="Arial"/>
                <a:cs typeface="Arial"/>
              </a:defRPr>
            </a:lvl8pPr>
            <a:lvl9pPr algn="l">
              <a:buNone/>
              <a:defRPr sz="2025" b="1">
                <a:solidFill>
                  <a:srgbClr val="16242B"/>
                </a:solidFill>
                <a:latin typeface="Arial"/>
                <a:ea typeface="Arial"/>
                <a:cs typeface="Arial"/>
              </a:defRPr>
            </a:lvl9pPr>
          </a:lstStyle>
          <a:p xmlns:a="http://schemas.openxmlformats.org/drawingml/2006/main">
            <a:pPr algn="l">
              <a:buNone/>
              <a:defRPr sz="2025" b="1">
                <a:solidFill>
                  <a:srgbClr val="16242B"/>
                </a:solidFill>
                <a:latin typeface="Arial"/>
                <a:ea typeface="Arial"/>
                <a:cs typeface="Arial"/>
              </a:defRPr>
            </a:pPr>
            <a:r>
              <a:rPr sz="2025" b="1">
                <a:solidFill>
                  <a:srgbClr val="16242B"/>
                </a:solidFill>
                <a:latin typeface="Arial"/>
                <a:ea typeface="Arial"/>
                <a:cs typeface="Arial"/>
              </a:rPr>
              <a:t>Staging</a:t>
            </a:r>
          </a:p>
        </p:txBody>
      </p:sp>
      <p:sp>
        <p:nvSpPr>
          <p:cNvPr id="8" name="craft-body-1">
            <a:extLst xmlns:a="http://schemas.openxmlformats.org/drawingml/2006/main">
              <a:ext uri="{FF2B5EF4-FFF2-40B4-BE49-F238E27FC236}">
                <a16:creationId xmlns:a16="http://schemas.microsoft.com/office/drawing/2014/main" id="{3541308E-2B13-452E-83F2-27302ED50A8E}"/>
              </a:ext>
            </a:extLst>
          </p:cNvPr>
          <p:cNvSpPr>
            <a:spLocks xmlns:a="http://schemas.openxmlformats.org/drawingml/2006/main" noGrp="1"/>
          </p:cNvSpPr>
          <p:nvPr/>
        </p:nvSpPr>
        <p:spPr>
          <a:xfrm xmlns:a="http://schemas.openxmlformats.org/drawingml/2006/main">
            <a:off x="2876550" y="3648075"/>
            <a:ext cx="84201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lstStyle xmlns:a="http://schemas.openxmlformats.org/drawingml/2006/main">
            <a:defPPr algn="l">
              <a:defRPr sz="2025" b="0">
                <a:solidFill>
                  <a:srgbClr val="526773"/>
                </a:solidFill>
                <a:latin typeface="Arial"/>
                <a:ea typeface="Arial"/>
                <a:cs typeface="Arial"/>
              </a:defRPr>
            </a:defPPr>
            <a:lvl1pPr algn="l">
              <a:buNone/>
              <a:defRPr sz="2025" b="0">
                <a:solidFill>
                  <a:srgbClr val="526773"/>
                </a:solidFill>
                <a:latin typeface="Arial"/>
                <a:ea typeface="Arial"/>
                <a:cs typeface="Arial"/>
              </a:defRPr>
            </a:lvl1pPr>
            <a:lvl2pPr algn="l">
              <a:buNone/>
              <a:defRPr sz="2025" b="0">
                <a:solidFill>
                  <a:srgbClr val="526773"/>
                </a:solidFill>
                <a:latin typeface="Arial"/>
                <a:ea typeface="Arial"/>
                <a:cs typeface="Arial"/>
              </a:defRPr>
            </a:lvl2pPr>
            <a:lvl3pPr algn="l">
              <a:buNone/>
              <a:defRPr sz="2025" b="0">
                <a:solidFill>
                  <a:srgbClr val="526773"/>
                </a:solidFill>
                <a:latin typeface="Arial"/>
                <a:ea typeface="Arial"/>
                <a:cs typeface="Arial"/>
              </a:defRPr>
            </a:lvl3pPr>
            <a:lvl4pPr algn="l">
              <a:buNone/>
              <a:defRPr sz="2025" b="0">
                <a:solidFill>
                  <a:srgbClr val="526773"/>
                </a:solidFill>
                <a:latin typeface="Arial"/>
                <a:ea typeface="Arial"/>
                <a:cs typeface="Arial"/>
              </a:defRPr>
            </a:lvl4pPr>
            <a:lvl5pPr algn="l">
              <a:buNone/>
              <a:defRPr sz="2025" b="0">
                <a:solidFill>
                  <a:srgbClr val="526773"/>
                </a:solidFill>
                <a:latin typeface="Arial"/>
                <a:ea typeface="Arial"/>
                <a:cs typeface="Arial"/>
              </a:defRPr>
            </a:lvl5pPr>
            <a:lvl6pPr algn="l">
              <a:buNone/>
              <a:defRPr sz="2025" b="0">
                <a:solidFill>
                  <a:srgbClr val="526773"/>
                </a:solidFill>
                <a:latin typeface="Arial"/>
                <a:ea typeface="Arial"/>
                <a:cs typeface="Arial"/>
              </a:defRPr>
            </a:lvl6pPr>
            <a:lvl7pPr algn="l">
              <a:buNone/>
              <a:defRPr sz="2025" b="0">
                <a:solidFill>
                  <a:srgbClr val="526773"/>
                </a:solidFill>
                <a:latin typeface="Arial"/>
                <a:ea typeface="Arial"/>
                <a:cs typeface="Arial"/>
              </a:defRPr>
            </a:lvl7pPr>
            <a:lvl8pPr algn="l">
              <a:buNone/>
              <a:defRPr sz="2025" b="0">
                <a:solidFill>
                  <a:srgbClr val="526773"/>
                </a:solidFill>
                <a:latin typeface="Arial"/>
                <a:ea typeface="Arial"/>
                <a:cs typeface="Arial"/>
              </a:defRPr>
            </a:lvl8pPr>
            <a:lvl9pPr algn="l">
              <a:buNone/>
              <a:defRPr sz="2025" b="0">
                <a:solidFill>
                  <a:srgbClr val="526773"/>
                </a:solidFill>
                <a:latin typeface="Arial"/>
                <a:ea typeface="Arial"/>
                <a:cs typeface="Arial"/>
              </a:defRPr>
            </a:lvl9pPr>
          </a:lstStyle>
          <a:p xmlns:a="http://schemas.openxmlformats.org/drawingml/2006/main">
            <a:pPr algn="l">
              <a:buNone/>
              <a:defRPr sz="2025" b="0">
                <a:solidFill>
                  <a:srgbClr val="526773"/>
                </a:solidFill>
                <a:latin typeface="Arial"/>
                <a:ea typeface="Arial"/>
                <a:cs typeface="Arial"/>
              </a:defRPr>
            </a:pPr>
            <a:r>
              <a:rPr sz="2025" b="0">
                <a:solidFill>
                  <a:srgbClr val="526773"/>
                </a:solidFill>
                <a:latin typeface="Arial"/>
                <a:ea typeface="Arial"/>
                <a:cs typeface="Arial"/>
              </a:rPr>
              <a:t>One clear focus; readable action and causal flow.</a:t>
            </a:r>
          </a:p>
        </p:txBody>
      </p:sp>
      <p:sp>
        <p:nvSpPr>
          <p:cNvPr id="9" name="craft-rule-1">
            <a:extLst xmlns:a="http://schemas.openxmlformats.org/drawingml/2006/main">
              <a:ext uri="{FF2B5EF4-FFF2-40B4-BE49-F238E27FC236}">
                <a16:creationId xmlns:a16="http://schemas.microsoft.com/office/drawing/2014/main" id="{FAC2ADC5-31AA-4A4A-971C-F5B107604BC3}"/>
              </a:ext>
            </a:extLst>
          </p:cNvPr>
          <p:cNvSpPr>
            <a:spLocks xmlns:a="http://schemas.openxmlformats.org/drawingml/2006/main" noGrp="1"/>
          </p:cNvSpPr>
          <p:nvPr/>
        </p:nvSpPr>
        <p:spPr>
          <a:xfrm xmlns:a="http://schemas.openxmlformats.org/drawingml/2006/main">
            <a:off x="666750" y="4229100"/>
            <a:ext cx="10620375" cy="0"/>
          </a:xfrm>
          <a:prstGeom xmlns:a="http://schemas.openxmlformats.org/drawingml/2006/main" prst="line">
            <a:avLst/>
          </a:prstGeom>
          <a:noFill xmlns:a="http://schemas.openxmlformats.org/drawingml/2006/main"/>
          <a:ln xmlns:a="http://schemas.openxmlformats.org/drawingml/2006/main" w="14288">
            <a:solidFill>
              <a:srgbClr val="A8BAC5"/>
            </a:solidFill>
            <a:prstDash val="solid"/>
          </a:ln>
        </p:spPr>
      </p:sp>
      <p:sp>
        <p:nvSpPr>
          <p:cNvPr id="10" name="craft-label-2">
            <a:extLst xmlns:a="http://schemas.openxmlformats.org/drawingml/2006/main">
              <a:ext uri="{FF2B5EF4-FFF2-40B4-BE49-F238E27FC236}">
                <a16:creationId xmlns:a16="http://schemas.microsoft.com/office/drawing/2014/main" id="{4D4C1A89-8FA9-49E5-BD56-65AF876F87D7}"/>
              </a:ext>
            </a:extLst>
          </p:cNvPr>
          <p:cNvSpPr>
            <a:spLocks xmlns:a="http://schemas.openxmlformats.org/drawingml/2006/main" noGrp="1"/>
          </p:cNvSpPr>
          <p:nvPr/>
        </p:nvSpPr>
        <p:spPr>
          <a:xfrm xmlns:a="http://schemas.openxmlformats.org/drawingml/2006/main">
            <a:off x="666750" y="4343400"/>
            <a:ext cx="21336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lstStyle xmlns:a="http://schemas.openxmlformats.org/drawingml/2006/main">
            <a:defPPr algn="l">
              <a:defRPr sz="2025" b="1">
                <a:solidFill>
                  <a:srgbClr val="16242B"/>
                </a:solidFill>
                <a:latin typeface="Arial"/>
                <a:ea typeface="Arial"/>
                <a:cs typeface="Arial"/>
              </a:defRPr>
            </a:defPPr>
            <a:lvl1pPr algn="l">
              <a:buNone/>
              <a:defRPr sz="2025" b="1">
                <a:solidFill>
                  <a:srgbClr val="16242B"/>
                </a:solidFill>
                <a:latin typeface="Arial"/>
                <a:ea typeface="Arial"/>
                <a:cs typeface="Arial"/>
              </a:defRPr>
            </a:lvl1pPr>
            <a:lvl2pPr algn="l">
              <a:buNone/>
              <a:defRPr sz="2025" b="1">
                <a:solidFill>
                  <a:srgbClr val="16242B"/>
                </a:solidFill>
                <a:latin typeface="Arial"/>
                <a:ea typeface="Arial"/>
                <a:cs typeface="Arial"/>
              </a:defRPr>
            </a:lvl2pPr>
            <a:lvl3pPr algn="l">
              <a:buNone/>
              <a:defRPr sz="2025" b="1">
                <a:solidFill>
                  <a:srgbClr val="16242B"/>
                </a:solidFill>
                <a:latin typeface="Arial"/>
                <a:ea typeface="Arial"/>
                <a:cs typeface="Arial"/>
              </a:defRPr>
            </a:lvl3pPr>
            <a:lvl4pPr algn="l">
              <a:buNone/>
              <a:defRPr sz="2025" b="1">
                <a:solidFill>
                  <a:srgbClr val="16242B"/>
                </a:solidFill>
                <a:latin typeface="Arial"/>
                <a:ea typeface="Arial"/>
                <a:cs typeface="Arial"/>
              </a:defRPr>
            </a:lvl4pPr>
            <a:lvl5pPr algn="l">
              <a:buNone/>
              <a:defRPr sz="2025" b="1">
                <a:solidFill>
                  <a:srgbClr val="16242B"/>
                </a:solidFill>
                <a:latin typeface="Arial"/>
                <a:ea typeface="Arial"/>
                <a:cs typeface="Arial"/>
              </a:defRPr>
            </a:lvl5pPr>
            <a:lvl6pPr algn="l">
              <a:buNone/>
              <a:defRPr sz="2025" b="1">
                <a:solidFill>
                  <a:srgbClr val="16242B"/>
                </a:solidFill>
                <a:latin typeface="Arial"/>
                <a:ea typeface="Arial"/>
                <a:cs typeface="Arial"/>
              </a:defRPr>
            </a:lvl6pPr>
            <a:lvl7pPr algn="l">
              <a:buNone/>
              <a:defRPr sz="2025" b="1">
                <a:solidFill>
                  <a:srgbClr val="16242B"/>
                </a:solidFill>
                <a:latin typeface="Arial"/>
                <a:ea typeface="Arial"/>
                <a:cs typeface="Arial"/>
              </a:defRPr>
            </a:lvl7pPr>
            <a:lvl8pPr algn="l">
              <a:buNone/>
              <a:defRPr sz="2025" b="1">
                <a:solidFill>
                  <a:srgbClr val="16242B"/>
                </a:solidFill>
                <a:latin typeface="Arial"/>
                <a:ea typeface="Arial"/>
                <a:cs typeface="Arial"/>
              </a:defRPr>
            </a:lvl8pPr>
            <a:lvl9pPr algn="l">
              <a:buNone/>
              <a:defRPr sz="2025" b="1">
                <a:solidFill>
                  <a:srgbClr val="16242B"/>
                </a:solidFill>
                <a:latin typeface="Arial"/>
                <a:ea typeface="Arial"/>
                <a:cs typeface="Arial"/>
              </a:defRPr>
            </a:lvl9pPr>
          </a:lstStyle>
          <a:p xmlns:a="http://schemas.openxmlformats.org/drawingml/2006/main">
            <a:pPr algn="l">
              <a:buNone/>
              <a:defRPr sz="2025" b="1">
                <a:solidFill>
                  <a:srgbClr val="16242B"/>
                </a:solidFill>
                <a:latin typeface="Arial"/>
                <a:ea typeface="Arial"/>
                <a:cs typeface="Arial"/>
              </a:defRPr>
            </a:pPr>
            <a:r>
              <a:rPr sz="2025" b="1">
                <a:solidFill>
                  <a:srgbClr val="16242B"/>
                </a:solidFill>
                <a:latin typeface="Arial"/>
                <a:ea typeface="Arial"/>
                <a:cs typeface="Arial"/>
              </a:rPr>
              <a:t>Rhythm</a:t>
            </a:r>
          </a:p>
        </p:txBody>
      </p:sp>
      <p:sp>
        <p:nvSpPr>
          <p:cNvPr id="11" name="craft-body-2">
            <a:extLst xmlns:a="http://schemas.openxmlformats.org/drawingml/2006/main">
              <a:ext uri="{FF2B5EF4-FFF2-40B4-BE49-F238E27FC236}">
                <a16:creationId xmlns:a16="http://schemas.microsoft.com/office/drawing/2014/main" id="{7944DF43-D685-4308-84B7-F060F94BEF5F}"/>
              </a:ext>
            </a:extLst>
          </p:cNvPr>
          <p:cNvSpPr>
            <a:spLocks xmlns:a="http://schemas.openxmlformats.org/drawingml/2006/main" noGrp="1"/>
          </p:cNvSpPr>
          <p:nvPr/>
        </p:nvSpPr>
        <p:spPr>
          <a:xfrm xmlns:a="http://schemas.openxmlformats.org/drawingml/2006/main">
            <a:off x="2876550" y="4343400"/>
            <a:ext cx="84201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lstStyle xmlns:a="http://schemas.openxmlformats.org/drawingml/2006/main">
            <a:defPPr algn="l">
              <a:defRPr sz="2025" b="0">
                <a:solidFill>
                  <a:srgbClr val="526773"/>
                </a:solidFill>
                <a:latin typeface="Arial"/>
                <a:ea typeface="Arial"/>
                <a:cs typeface="Arial"/>
              </a:defRPr>
            </a:defPPr>
            <a:lvl1pPr algn="l">
              <a:buNone/>
              <a:defRPr sz="2025" b="0">
                <a:solidFill>
                  <a:srgbClr val="526773"/>
                </a:solidFill>
                <a:latin typeface="Arial"/>
                <a:ea typeface="Arial"/>
                <a:cs typeface="Arial"/>
              </a:defRPr>
            </a:lvl1pPr>
            <a:lvl2pPr algn="l">
              <a:buNone/>
              <a:defRPr sz="2025" b="0">
                <a:solidFill>
                  <a:srgbClr val="526773"/>
                </a:solidFill>
                <a:latin typeface="Arial"/>
                <a:ea typeface="Arial"/>
                <a:cs typeface="Arial"/>
              </a:defRPr>
            </a:lvl2pPr>
            <a:lvl3pPr algn="l">
              <a:buNone/>
              <a:defRPr sz="2025" b="0">
                <a:solidFill>
                  <a:srgbClr val="526773"/>
                </a:solidFill>
                <a:latin typeface="Arial"/>
                <a:ea typeface="Arial"/>
                <a:cs typeface="Arial"/>
              </a:defRPr>
            </a:lvl3pPr>
            <a:lvl4pPr algn="l">
              <a:buNone/>
              <a:defRPr sz="2025" b="0">
                <a:solidFill>
                  <a:srgbClr val="526773"/>
                </a:solidFill>
                <a:latin typeface="Arial"/>
                <a:ea typeface="Arial"/>
                <a:cs typeface="Arial"/>
              </a:defRPr>
            </a:lvl4pPr>
            <a:lvl5pPr algn="l">
              <a:buNone/>
              <a:defRPr sz="2025" b="0">
                <a:solidFill>
                  <a:srgbClr val="526773"/>
                </a:solidFill>
                <a:latin typeface="Arial"/>
                <a:ea typeface="Arial"/>
                <a:cs typeface="Arial"/>
              </a:defRPr>
            </a:lvl5pPr>
            <a:lvl6pPr algn="l">
              <a:buNone/>
              <a:defRPr sz="2025" b="0">
                <a:solidFill>
                  <a:srgbClr val="526773"/>
                </a:solidFill>
                <a:latin typeface="Arial"/>
                <a:ea typeface="Arial"/>
                <a:cs typeface="Arial"/>
              </a:defRPr>
            </a:lvl6pPr>
            <a:lvl7pPr algn="l">
              <a:buNone/>
              <a:defRPr sz="2025" b="0">
                <a:solidFill>
                  <a:srgbClr val="526773"/>
                </a:solidFill>
                <a:latin typeface="Arial"/>
                <a:ea typeface="Arial"/>
                <a:cs typeface="Arial"/>
              </a:defRPr>
            </a:lvl7pPr>
            <a:lvl8pPr algn="l">
              <a:buNone/>
              <a:defRPr sz="2025" b="0">
                <a:solidFill>
                  <a:srgbClr val="526773"/>
                </a:solidFill>
                <a:latin typeface="Arial"/>
                <a:ea typeface="Arial"/>
                <a:cs typeface="Arial"/>
              </a:defRPr>
            </a:lvl8pPr>
            <a:lvl9pPr algn="l">
              <a:buNone/>
              <a:defRPr sz="2025" b="0">
                <a:solidFill>
                  <a:srgbClr val="526773"/>
                </a:solidFill>
                <a:latin typeface="Arial"/>
                <a:ea typeface="Arial"/>
                <a:cs typeface="Arial"/>
              </a:defRPr>
            </a:lvl9pPr>
          </a:lstStyle>
          <a:p xmlns:a="http://schemas.openxmlformats.org/drawingml/2006/main">
            <a:pPr algn="l">
              <a:buNone/>
              <a:defRPr sz="2025" b="0">
                <a:solidFill>
                  <a:srgbClr val="526773"/>
                </a:solidFill>
                <a:latin typeface="Arial"/>
                <a:ea typeface="Arial"/>
                <a:cs typeface="Arial"/>
              </a:defRPr>
            </a:pPr>
            <a:r>
              <a:rPr sz="2025" b="0">
                <a:solidFill>
                  <a:srgbClr val="526773"/>
                </a:solidFill>
                <a:latin typeface="Arial"/>
                <a:ea typeface="Arial"/>
                <a:cs typeface="Arial"/>
              </a:rPr>
              <a:t>Movement and intentional stillness create contrast.</a:t>
            </a:r>
          </a:p>
        </p:txBody>
      </p:sp>
      <p:sp>
        <p:nvSpPr>
          <p:cNvPr id="12" name="craft-rule-2">
            <a:extLst xmlns:a="http://schemas.openxmlformats.org/drawingml/2006/main">
              <a:ext uri="{FF2B5EF4-FFF2-40B4-BE49-F238E27FC236}">
                <a16:creationId xmlns:a16="http://schemas.microsoft.com/office/drawing/2014/main" id="{3D6BD111-D167-4030-A44A-D4F4C2995ADF}"/>
              </a:ext>
            </a:extLst>
          </p:cNvPr>
          <p:cNvSpPr>
            <a:spLocks xmlns:a="http://schemas.openxmlformats.org/drawingml/2006/main" noGrp="1"/>
          </p:cNvSpPr>
          <p:nvPr/>
        </p:nvSpPr>
        <p:spPr>
          <a:xfrm xmlns:a="http://schemas.openxmlformats.org/drawingml/2006/main">
            <a:off x="666750" y="4924425"/>
            <a:ext cx="10620375" cy="0"/>
          </a:xfrm>
          <a:prstGeom xmlns:a="http://schemas.openxmlformats.org/drawingml/2006/main" prst="line">
            <a:avLst/>
          </a:prstGeom>
          <a:noFill xmlns:a="http://schemas.openxmlformats.org/drawingml/2006/main"/>
          <a:ln xmlns:a="http://schemas.openxmlformats.org/drawingml/2006/main" w="14288">
            <a:solidFill>
              <a:srgbClr val="A8BAC5"/>
            </a:solidFill>
            <a:prstDash val="solid"/>
          </a:ln>
        </p:spPr>
      </p:sp>
      <p:sp>
        <p:nvSpPr>
          <p:cNvPr id="13" name="craft-label-3">
            <a:extLst xmlns:a="http://schemas.openxmlformats.org/drawingml/2006/main">
              <a:ext uri="{FF2B5EF4-FFF2-40B4-BE49-F238E27FC236}">
                <a16:creationId xmlns:a16="http://schemas.microsoft.com/office/drawing/2014/main" id="{001F3A1A-B8F8-4462-863C-4378DBF282EA}"/>
              </a:ext>
            </a:extLst>
          </p:cNvPr>
          <p:cNvSpPr>
            <a:spLocks xmlns:a="http://schemas.openxmlformats.org/drawingml/2006/main" noGrp="1"/>
          </p:cNvSpPr>
          <p:nvPr/>
        </p:nvSpPr>
        <p:spPr>
          <a:xfrm xmlns:a="http://schemas.openxmlformats.org/drawingml/2006/main">
            <a:off x="666750" y="5038725"/>
            <a:ext cx="21336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lstStyle xmlns:a="http://schemas.openxmlformats.org/drawingml/2006/main">
            <a:defPPr algn="l">
              <a:defRPr sz="2025" b="1">
                <a:solidFill>
                  <a:srgbClr val="16242B"/>
                </a:solidFill>
                <a:latin typeface="Arial"/>
                <a:ea typeface="Arial"/>
                <a:cs typeface="Arial"/>
              </a:defRPr>
            </a:defPPr>
            <a:lvl1pPr algn="l">
              <a:buNone/>
              <a:defRPr sz="2025" b="1">
                <a:solidFill>
                  <a:srgbClr val="16242B"/>
                </a:solidFill>
                <a:latin typeface="Arial"/>
                <a:ea typeface="Arial"/>
                <a:cs typeface="Arial"/>
              </a:defRPr>
            </a:lvl1pPr>
            <a:lvl2pPr algn="l">
              <a:buNone/>
              <a:defRPr sz="2025" b="1">
                <a:solidFill>
                  <a:srgbClr val="16242B"/>
                </a:solidFill>
                <a:latin typeface="Arial"/>
                <a:ea typeface="Arial"/>
                <a:cs typeface="Arial"/>
              </a:defRPr>
            </a:lvl2pPr>
            <a:lvl3pPr algn="l">
              <a:buNone/>
              <a:defRPr sz="2025" b="1">
                <a:solidFill>
                  <a:srgbClr val="16242B"/>
                </a:solidFill>
                <a:latin typeface="Arial"/>
                <a:ea typeface="Arial"/>
                <a:cs typeface="Arial"/>
              </a:defRPr>
            </a:lvl3pPr>
            <a:lvl4pPr algn="l">
              <a:buNone/>
              <a:defRPr sz="2025" b="1">
                <a:solidFill>
                  <a:srgbClr val="16242B"/>
                </a:solidFill>
                <a:latin typeface="Arial"/>
                <a:ea typeface="Arial"/>
                <a:cs typeface="Arial"/>
              </a:defRPr>
            </a:lvl4pPr>
            <a:lvl5pPr algn="l">
              <a:buNone/>
              <a:defRPr sz="2025" b="1">
                <a:solidFill>
                  <a:srgbClr val="16242B"/>
                </a:solidFill>
                <a:latin typeface="Arial"/>
                <a:ea typeface="Arial"/>
                <a:cs typeface="Arial"/>
              </a:defRPr>
            </a:lvl5pPr>
            <a:lvl6pPr algn="l">
              <a:buNone/>
              <a:defRPr sz="2025" b="1">
                <a:solidFill>
                  <a:srgbClr val="16242B"/>
                </a:solidFill>
                <a:latin typeface="Arial"/>
                <a:ea typeface="Arial"/>
                <a:cs typeface="Arial"/>
              </a:defRPr>
            </a:lvl6pPr>
            <a:lvl7pPr algn="l">
              <a:buNone/>
              <a:defRPr sz="2025" b="1">
                <a:solidFill>
                  <a:srgbClr val="16242B"/>
                </a:solidFill>
                <a:latin typeface="Arial"/>
                <a:ea typeface="Arial"/>
                <a:cs typeface="Arial"/>
              </a:defRPr>
            </a:lvl7pPr>
            <a:lvl8pPr algn="l">
              <a:buNone/>
              <a:defRPr sz="2025" b="1">
                <a:solidFill>
                  <a:srgbClr val="16242B"/>
                </a:solidFill>
                <a:latin typeface="Arial"/>
                <a:ea typeface="Arial"/>
                <a:cs typeface="Arial"/>
              </a:defRPr>
            </a:lvl8pPr>
            <a:lvl9pPr algn="l">
              <a:buNone/>
              <a:defRPr sz="2025" b="1">
                <a:solidFill>
                  <a:srgbClr val="16242B"/>
                </a:solidFill>
                <a:latin typeface="Arial"/>
                <a:ea typeface="Arial"/>
                <a:cs typeface="Arial"/>
              </a:defRPr>
            </a:lvl9pPr>
          </a:lstStyle>
          <a:p xmlns:a="http://schemas.openxmlformats.org/drawingml/2006/main">
            <a:pPr algn="l">
              <a:buNone/>
              <a:defRPr sz="2025" b="1">
                <a:solidFill>
                  <a:srgbClr val="16242B"/>
                </a:solidFill>
                <a:latin typeface="Arial"/>
                <a:ea typeface="Arial"/>
                <a:cs typeface="Arial"/>
              </a:defRPr>
            </a:pPr>
            <a:r>
              <a:rPr sz="2025" b="1">
                <a:solidFill>
                  <a:srgbClr val="16242B"/>
                </a:solidFill>
                <a:latin typeface="Arial"/>
                <a:ea typeface="Arial"/>
                <a:cs typeface="Arial"/>
              </a:rPr>
              <a:t>Continuity</a:t>
            </a:r>
          </a:p>
        </p:txBody>
      </p:sp>
      <p:sp>
        <p:nvSpPr>
          <p:cNvPr id="14" name="craft-body-3">
            <a:extLst xmlns:a="http://schemas.openxmlformats.org/drawingml/2006/main">
              <a:ext uri="{FF2B5EF4-FFF2-40B4-BE49-F238E27FC236}">
                <a16:creationId xmlns:a16="http://schemas.microsoft.com/office/drawing/2014/main" id="{AE20A3AB-B4E5-4EA3-AC36-593DC51D359E}"/>
              </a:ext>
            </a:extLst>
          </p:cNvPr>
          <p:cNvSpPr>
            <a:spLocks xmlns:a="http://schemas.openxmlformats.org/drawingml/2006/main" noGrp="1"/>
          </p:cNvSpPr>
          <p:nvPr/>
        </p:nvSpPr>
        <p:spPr>
          <a:xfrm xmlns:a="http://schemas.openxmlformats.org/drawingml/2006/main">
            <a:off x="2876550" y="5038725"/>
            <a:ext cx="84201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lstStyle xmlns:a="http://schemas.openxmlformats.org/drawingml/2006/main">
            <a:defPPr algn="l">
              <a:defRPr sz="2025" b="0">
                <a:solidFill>
                  <a:srgbClr val="526773"/>
                </a:solidFill>
                <a:latin typeface="Arial"/>
                <a:ea typeface="Arial"/>
                <a:cs typeface="Arial"/>
              </a:defRPr>
            </a:defPPr>
            <a:lvl1pPr algn="l">
              <a:buNone/>
              <a:defRPr sz="2025" b="0">
                <a:solidFill>
                  <a:srgbClr val="526773"/>
                </a:solidFill>
                <a:latin typeface="Arial"/>
                <a:ea typeface="Arial"/>
                <a:cs typeface="Arial"/>
              </a:defRPr>
            </a:lvl1pPr>
            <a:lvl2pPr algn="l">
              <a:buNone/>
              <a:defRPr sz="2025" b="0">
                <a:solidFill>
                  <a:srgbClr val="526773"/>
                </a:solidFill>
                <a:latin typeface="Arial"/>
                <a:ea typeface="Arial"/>
                <a:cs typeface="Arial"/>
              </a:defRPr>
            </a:lvl2pPr>
            <a:lvl3pPr algn="l">
              <a:buNone/>
              <a:defRPr sz="2025" b="0">
                <a:solidFill>
                  <a:srgbClr val="526773"/>
                </a:solidFill>
                <a:latin typeface="Arial"/>
                <a:ea typeface="Arial"/>
                <a:cs typeface="Arial"/>
              </a:defRPr>
            </a:lvl3pPr>
            <a:lvl4pPr algn="l">
              <a:buNone/>
              <a:defRPr sz="2025" b="0">
                <a:solidFill>
                  <a:srgbClr val="526773"/>
                </a:solidFill>
                <a:latin typeface="Arial"/>
                <a:ea typeface="Arial"/>
                <a:cs typeface="Arial"/>
              </a:defRPr>
            </a:lvl4pPr>
            <a:lvl5pPr algn="l">
              <a:buNone/>
              <a:defRPr sz="2025" b="0">
                <a:solidFill>
                  <a:srgbClr val="526773"/>
                </a:solidFill>
                <a:latin typeface="Arial"/>
                <a:ea typeface="Arial"/>
                <a:cs typeface="Arial"/>
              </a:defRPr>
            </a:lvl5pPr>
            <a:lvl6pPr algn="l">
              <a:buNone/>
              <a:defRPr sz="2025" b="0">
                <a:solidFill>
                  <a:srgbClr val="526773"/>
                </a:solidFill>
                <a:latin typeface="Arial"/>
                <a:ea typeface="Arial"/>
                <a:cs typeface="Arial"/>
              </a:defRPr>
            </a:lvl6pPr>
            <a:lvl7pPr algn="l">
              <a:buNone/>
              <a:defRPr sz="2025" b="0">
                <a:solidFill>
                  <a:srgbClr val="526773"/>
                </a:solidFill>
                <a:latin typeface="Arial"/>
                <a:ea typeface="Arial"/>
                <a:cs typeface="Arial"/>
              </a:defRPr>
            </a:lvl7pPr>
            <a:lvl8pPr algn="l">
              <a:buNone/>
              <a:defRPr sz="2025" b="0">
                <a:solidFill>
                  <a:srgbClr val="526773"/>
                </a:solidFill>
                <a:latin typeface="Arial"/>
                <a:ea typeface="Arial"/>
                <a:cs typeface="Arial"/>
              </a:defRPr>
            </a:lvl8pPr>
            <a:lvl9pPr algn="l">
              <a:buNone/>
              <a:defRPr sz="2025" b="0">
                <a:solidFill>
                  <a:srgbClr val="526773"/>
                </a:solidFill>
                <a:latin typeface="Arial"/>
                <a:ea typeface="Arial"/>
                <a:cs typeface="Arial"/>
              </a:defRPr>
            </a:lvl9pPr>
          </a:lstStyle>
          <a:p xmlns:a="http://schemas.openxmlformats.org/drawingml/2006/main">
            <a:pPr algn="l">
              <a:buNone/>
              <a:defRPr sz="2025" b="0">
                <a:solidFill>
                  <a:srgbClr val="526773"/>
                </a:solidFill>
                <a:latin typeface="Arial"/>
                <a:ea typeface="Arial"/>
                <a:cs typeface="Arial"/>
              </a:defRPr>
            </a:pPr>
            <a:r>
              <a:rPr sz="2025" b="0">
                <a:solidFill>
                  <a:srgbClr val="526773"/>
                </a:solidFill>
                <a:latin typeface="Arial"/>
                <a:ea typeface="Arial"/>
                <a:cs typeface="Arial"/>
              </a:rPr>
              <a:t>Preserve identity, direction, contact and sound.</a:t>
            </a:r>
          </a:p>
        </p:txBody>
      </p:sp>
    </p:spTree>
    <p:extLst>
      <p:ext uri="{BB962C8B-B14F-4D97-AF65-F5344CB8AC3E}">
        <p14:creationId xmlns:p14="http://schemas.microsoft.com/office/powerpoint/2010/main" val="768232614"/>
      </p:ext>
    </p:extLst>
  </p:cSld>
</p:sld>
</file>

<file path=ppt/slides/slide4.xml><?xml version="1.0" encoding="utf-8"?>
<p:sld xmlns:p="http://schemas.openxmlformats.org/presentationml/2006/main">
  <p:cSld>
    <p:bg>
      <p:bgPr>
        <a:solidFill xmlns:a="http://schemas.openxmlformats.org/drawingml/2006/main">
          <a:srgbClr val="F4F7FA"/>
        </a:solidFill>
      </p:bgPr>
    </p:bg>
    <p:spTree>
      <p:nvGrpSpPr>
        <p:cNvPr id="1" name=""/>
        <p:cNvGrpSpPr/>
        <p:nvPr/>
      </p:nvGrpSpPr>
      <p:grpSpPr>
        <a:xfrm xmlns:a="http://schemas.openxmlformats.org/drawingml/2006/main"/>
      </p:grpSpPr>
      <p:sp>
        <p:nvSpPr>
          <p:cNvPr id="12" name="title">
            <a:extLst xmlns:a="http://schemas.openxmlformats.org/drawingml/2006/main">
              <a:ext uri="{FF2B5EF4-FFF2-40B4-BE49-F238E27FC236}">
                <a16:creationId xmlns:a16="http://schemas.microsoft.com/office/drawing/2014/main" id="{E5261272-E5B0-4E84-BA0E-049950C2AF11}"/>
              </a:ext>
            </a:extLst>
          </p:cNvPr>
          <p:cNvSpPr>
            <a:spLocks xmlns:a="http://schemas.openxmlformats.org/drawingml/2006/main" noGrp="1"/>
          </p:cNvSpPr>
          <p:nvPr/>
        </p:nvSpPr>
        <p:spPr>
          <a:xfrm xmlns:a="http://schemas.openxmlformats.org/drawingml/2006/main">
            <a:off x="628650" y="447675"/>
            <a:ext cx="109347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l">
              <a:defRPr sz="3450" b="1">
                <a:solidFill>
                  <a:srgbClr val="16242B"/>
                </a:solidFill>
                <a:latin typeface="Arial"/>
                <a:ea typeface="Arial"/>
                <a:cs typeface="Arial"/>
              </a:defRPr>
            </a:defPPr>
            <a:lvl1pPr algn="l">
              <a:defRPr sz="3450" b="1">
                <a:solidFill>
                  <a:srgbClr val="16242B"/>
                </a:solidFill>
                <a:latin typeface="Arial"/>
                <a:ea typeface="Arial"/>
                <a:cs typeface="Arial"/>
              </a:defRPr>
            </a:lvl1pPr>
            <a:lvl2pPr algn="l">
              <a:defRPr sz="3450" b="1">
                <a:solidFill>
                  <a:srgbClr val="16242B"/>
                </a:solidFill>
                <a:latin typeface="Arial"/>
                <a:ea typeface="Arial"/>
                <a:cs typeface="Arial"/>
              </a:defRPr>
            </a:lvl2pPr>
            <a:lvl3pPr algn="l">
              <a:defRPr sz="3450" b="1">
                <a:solidFill>
                  <a:srgbClr val="16242B"/>
                </a:solidFill>
                <a:latin typeface="Arial"/>
                <a:ea typeface="Arial"/>
                <a:cs typeface="Arial"/>
              </a:defRPr>
            </a:lvl3pPr>
            <a:lvl4pPr algn="l">
              <a:defRPr sz="3450" b="1">
                <a:solidFill>
                  <a:srgbClr val="16242B"/>
                </a:solidFill>
                <a:latin typeface="Arial"/>
                <a:ea typeface="Arial"/>
                <a:cs typeface="Arial"/>
              </a:defRPr>
            </a:lvl4pPr>
            <a:lvl5pPr algn="l">
              <a:defRPr sz="3450" b="1">
                <a:solidFill>
                  <a:srgbClr val="16242B"/>
                </a:solidFill>
                <a:latin typeface="Arial"/>
                <a:ea typeface="Arial"/>
                <a:cs typeface="Arial"/>
              </a:defRPr>
            </a:lvl5pPr>
            <a:lvl6pPr algn="l">
              <a:defRPr sz="3450" b="1">
                <a:solidFill>
                  <a:srgbClr val="16242B"/>
                </a:solidFill>
                <a:latin typeface="Arial"/>
                <a:ea typeface="Arial"/>
                <a:cs typeface="Arial"/>
              </a:defRPr>
            </a:lvl6pPr>
            <a:lvl7pPr algn="l">
              <a:defRPr sz="3450" b="1">
                <a:solidFill>
                  <a:srgbClr val="16242B"/>
                </a:solidFill>
                <a:latin typeface="Arial"/>
                <a:ea typeface="Arial"/>
                <a:cs typeface="Arial"/>
              </a:defRPr>
            </a:lvl7pPr>
            <a:lvl8pPr algn="l">
              <a:defRPr sz="3450" b="1">
                <a:solidFill>
                  <a:srgbClr val="16242B"/>
                </a:solidFill>
                <a:latin typeface="Arial"/>
                <a:ea typeface="Arial"/>
                <a:cs typeface="Arial"/>
              </a:defRPr>
            </a:lvl8pPr>
            <a:lvl9pPr algn="l">
              <a:defRPr sz="3450" b="1">
                <a:solidFill>
                  <a:srgbClr val="16242B"/>
                </a:solidFill>
                <a:latin typeface="Arial"/>
                <a:ea typeface="Arial"/>
                <a:cs typeface="Arial"/>
              </a:defRPr>
            </a:lvl9pPr>
          </a:lstStyle>
          <a:p xmlns:a="http://schemas.openxmlformats.org/drawingml/2006/main">
            <a:pPr algn="l">
              <a:defRPr sz="3450" b="1">
                <a:solidFill>
                  <a:srgbClr val="16242B"/>
                </a:solidFill>
                <a:latin typeface="Arial"/>
                <a:ea typeface="Arial"/>
                <a:cs typeface="Arial"/>
              </a:defRPr>
            </a:pPr>
            <a:r>
              <a:rPr sz="3450" b="1">
                <a:solidFill>
                  <a:srgbClr val="16242B"/>
                </a:solidFill>
                <a:latin typeface="Arial"/>
                <a:ea typeface="Arial"/>
                <a:cs typeface="Arial"/>
              </a:rPr>
              <a:t>Neutral scaffold and explicit example</a:t>
            </a:r>
          </a:p>
        </p:txBody>
      </p:sp>
      <p:sp>
        <p:nvSpPr>
          <p:cNvPr id="2" name="page">
            <a:extLst xmlns:a="http://schemas.openxmlformats.org/drawingml/2006/main">
              <a:ext uri="{FF2B5EF4-FFF2-40B4-BE49-F238E27FC236}">
                <a16:creationId xmlns:a16="http://schemas.microsoft.com/office/drawing/2014/main" id="{3439A1CF-A281-49E2-B5E5-6663E6502014}"/>
              </a:ext>
            </a:extLst>
          </p:cNvPr>
          <p:cNvSpPr>
            <a:spLocks xmlns:a="http://schemas.openxmlformats.org/drawingml/2006/main" noGrp="1"/>
          </p:cNvSpPr>
          <p:nvPr/>
        </p:nvSpPr>
        <p:spPr>
          <a:xfrm xmlns:a="http://schemas.openxmlformats.org/drawingml/2006/main">
            <a:off x="11049000" y="6162675"/>
            <a:ext cx="5143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l">
              <a:defRPr sz="1275" b="0">
                <a:solidFill>
                  <a:srgbClr val="526773"/>
                </a:solidFill>
                <a:latin typeface="Arial"/>
                <a:ea typeface="Arial"/>
                <a:cs typeface="Arial"/>
              </a:defRPr>
            </a:defPPr>
            <a:lvl1pPr algn="l">
              <a:defRPr sz="1275" b="0">
                <a:solidFill>
                  <a:srgbClr val="526773"/>
                </a:solidFill>
                <a:latin typeface="Arial"/>
                <a:ea typeface="Arial"/>
                <a:cs typeface="Arial"/>
              </a:defRPr>
            </a:lvl1pPr>
            <a:lvl2pPr algn="l">
              <a:defRPr sz="1275" b="0">
                <a:solidFill>
                  <a:srgbClr val="526773"/>
                </a:solidFill>
                <a:latin typeface="Arial"/>
                <a:ea typeface="Arial"/>
                <a:cs typeface="Arial"/>
              </a:defRPr>
            </a:lvl2pPr>
            <a:lvl3pPr algn="l">
              <a:defRPr sz="1275" b="0">
                <a:solidFill>
                  <a:srgbClr val="526773"/>
                </a:solidFill>
                <a:latin typeface="Arial"/>
                <a:ea typeface="Arial"/>
                <a:cs typeface="Arial"/>
              </a:defRPr>
            </a:lvl3pPr>
            <a:lvl4pPr algn="l">
              <a:defRPr sz="1275" b="0">
                <a:solidFill>
                  <a:srgbClr val="526773"/>
                </a:solidFill>
                <a:latin typeface="Arial"/>
                <a:ea typeface="Arial"/>
                <a:cs typeface="Arial"/>
              </a:defRPr>
            </a:lvl4pPr>
            <a:lvl5pPr algn="l">
              <a:defRPr sz="1275" b="0">
                <a:solidFill>
                  <a:srgbClr val="526773"/>
                </a:solidFill>
                <a:latin typeface="Arial"/>
                <a:ea typeface="Arial"/>
                <a:cs typeface="Arial"/>
              </a:defRPr>
            </a:lvl5pPr>
            <a:lvl6pPr algn="l">
              <a:defRPr sz="1275" b="0">
                <a:solidFill>
                  <a:srgbClr val="526773"/>
                </a:solidFill>
                <a:latin typeface="Arial"/>
                <a:ea typeface="Arial"/>
                <a:cs typeface="Arial"/>
              </a:defRPr>
            </a:lvl6pPr>
            <a:lvl7pPr algn="l">
              <a:defRPr sz="1275" b="0">
                <a:solidFill>
                  <a:srgbClr val="526773"/>
                </a:solidFill>
                <a:latin typeface="Arial"/>
                <a:ea typeface="Arial"/>
                <a:cs typeface="Arial"/>
              </a:defRPr>
            </a:lvl7pPr>
            <a:lvl8pPr algn="l">
              <a:defRPr sz="1275" b="0">
                <a:solidFill>
                  <a:srgbClr val="526773"/>
                </a:solidFill>
                <a:latin typeface="Arial"/>
                <a:ea typeface="Arial"/>
                <a:cs typeface="Arial"/>
              </a:defRPr>
            </a:lvl8pPr>
            <a:lvl9pPr algn="l">
              <a:defRPr sz="1275" b="0">
                <a:solidFill>
                  <a:srgbClr val="526773"/>
                </a:solidFill>
                <a:latin typeface="Arial"/>
                <a:ea typeface="Arial"/>
                <a:cs typeface="Arial"/>
              </a:defRPr>
            </a:lvl9pPr>
          </a:lstStyle>
          <a:p xmlns:a="http://schemas.openxmlformats.org/drawingml/2006/main">
            <a:pPr algn="l">
              <a:defRPr sz="1275" b="0">
                <a:solidFill>
                  <a:srgbClr val="526773"/>
                </a:solidFill>
                <a:latin typeface="Arial"/>
                <a:ea typeface="Arial"/>
                <a:cs typeface="Arial"/>
              </a:defRPr>
            </a:pPr>
            <a:r>
              <a:rPr sz="1275" b="0">
                <a:solidFill>
                  <a:srgbClr val="526773"/>
                </a:solidFill>
                <a:latin typeface="Arial"/>
                <a:ea typeface="Arial"/>
                <a:cs typeface="Arial"/>
              </a:rPr>
              <a:t>04</a:t>
            </a:r>
          </a:p>
        </p:txBody>
      </p:sp>
      <p:sp>
        <p:nvSpPr>
          <p:cNvPr id="3" name="scaffold-intro">
            <a:extLst xmlns:a="http://schemas.openxmlformats.org/drawingml/2006/main">
              <a:ext uri="{FF2B5EF4-FFF2-40B4-BE49-F238E27FC236}">
                <a16:creationId xmlns:a16="http://schemas.microsoft.com/office/drawing/2014/main" id="{3D531AFB-306E-452F-82BB-ED176DCE4722}"/>
              </a:ext>
            </a:extLst>
          </p:cNvPr>
          <p:cNvSpPr>
            <a:spLocks xmlns:a="http://schemas.openxmlformats.org/drawingml/2006/main" noGrp="1"/>
          </p:cNvSpPr>
          <p:nvPr/>
        </p:nvSpPr>
        <p:spPr>
          <a:xfrm xmlns:a="http://schemas.openxmlformats.org/drawingml/2006/main">
            <a:off x="666750" y="1200150"/>
            <a:ext cx="10810875"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l">
              <a:defRPr sz="2175" b="0">
                <a:solidFill>
                  <a:srgbClr val="526773"/>
                </a:solidFill>
                <a:latin typeface="Arial"/>
                <a:ea typeface="Arial"/>
                <a:cs typeface="Arial"/>
              </a:defRPr>
            </a:defPPr>
            <a:lvl1pPr algn="l">
              <a:defRPr sz="2175" b="0">
                <a:solidFill>
                  <a:srgbClr val="526773"/>
                </a:solidFill>
                <a:latin typeface="Arial"/>
                <a:ea typeface="Arial"/>
                <a:cs typeface="Arial"/>
              </a:defRPr>
            </a:lvl1pPr>
            <a:lvl2pPr algn="l">
              <a:defRPr sz="2175" b="0">
                <a:solidFill>
                  <a:srgbClr val="526773"/>
                </a:solidFill>
                <a:latin typeface="Arial"/>
                <a:ea typeface="Arial"/>
                <a:cs typeface="Arial"/>
              </a:defRPr>
            </a:lvl2pPr>
            <a:lvl3pPr algn="l">
              <a:defRPr sz="2175" b="0">
                <a:solidFill>
                  <a:srgbClr val="526773"/>
                </a:solidFill>
                <a:latin typeface="Arial"/>
                <a:ea typeface="Arial"/>
                <a:cs typeface="Arial"/>
              </a:defRPr>
            </a:lvl3pPr>
            <a:lvl4pPr algn="l">
              <a:defRPr sz="2175" b="0">
                <a:solidFill>
                  <a:srgbClr val="526773"/>
                </a:solidFill>
                <a:latin typeface="Arial"/>
                <a:ea typeface="Arial"/>
                <a:cs typeface="Arial"/>
              </a:defRPr>
            </a:lvl4pPr>
            <a:lvl5pPr algn="l">
              <a:defRPr sz="2175" b="0">
                <a:solidFill>
                  <a:srgbClr val="526773"/>
                </a:solidFill>
                <a:latin typeface="Arial"/>
                <a:ea typeface="Arial"/>
                <a:cs typeface="Arial"/>
              </a:defRPr>
            </a:lvl5pPr>
            <a:lvl6pPr algn="l">
              <a:defRPr sz="2175" b="0">
                <a:solidFill>
                  <a:srgbClr val="526773"/>
                </a:solidFill>
                <a:latin typeface="Arial"/>
                <a:ea typeface="Arial"/>
                <a:cs typeface="Arial"/>
              </a:defRPr>
            </a:lvl6pPr>
            <a:lvl7pPr algn="l">
              <a:defRPr sz="2175" b="0">
                <a:solidFill>
                  <a:srgbClr val="526773"/>
                </a:solidFill>
                <a:latin typeface="Arial"/>
                <a:ea typeface="Arial"/>
                <a:cs typeface="Arial"/>
              </a:defRPr>
            </a:lvl7pPr>
            <a:lvl8pPr algn="l">
              <a:defRPr sz="2175" b="0">
                <a:solidFill>
                  <a:srgbClr val="526773"/>
                </a:solidFill>
                <a:latin typeface="Arial"/>
                <a:ea typeface="Arial"/>
                <a:cs typeface="Arial"/>
              </a:defRPr>
            </a:lvl8pPr>
            <a:lvl9pPr algn="l">
              <a:defRPr sz="2175" b="0">
                <a:solidFill>
                  <a:srgbClr val="526773"/>
                </a:solidFill>
                <a:latin typeface="Arial"/>
                <a:ea typeface="Arial"/>
                <a:cs typeface="Arial"/>
              </a:defRPr>
            </a:lvl9pPr>
          </a:lstStyle>
          <a:p xmlns:a="http://schemas.openxmlformats.org/drawingml/2006/main">
            <a:pPr algn="l">
              <a:defRPr sz="2175" b="0">
                <a:solidFill>
                  <a:srgbClr val="526773"/>
                </a:solidFill>
                <a:latin typeface="Arial"/>
                <a:ea typeface="Arial"/>
                <a:cs typeface="Arial"/>
              </a:defRPr>
            </a:pPr>
            <a:r>
              <a:rPr sz="2175" b="0">
                <a:solidFill>
                  <a:srgbClr val="526773"/>
                </a:solidFill>
                <a:latin typeface="Arial"/>
                <a:ea typeface="Arial"/>
                <a:cs typeface="Arial"/>
              </a:rPr>
              <a:t>Capture infrastructure carries geometry and time. The brief supplies the scene.</a:t>
            </a:r>
          </a:p>
        </p:txBody>
      </p:sp>
      <p:sp>
        <p:nvSpPr>
          <p:cNvPr id="4" name="scaffold-split">
            <a:extLst xmlns:a="http://schemas.openxmlformats.org/drawingml/2006/main">
              <a:ext uri="{FF2B5EF4-FFF2-40B4-BE49-F238E27FC236}">
                <a16:creationId xmlns:a16="http://schemas.microsoft.com/office/drawing/2014/main" id="{DC8FCE0B-DE11-428A-8606-D791851DE6C8}"/>
              </a:ext>
            </a:extLst>
          </p:cNvPr>
          <p:cNvSpPr>
            <a:spLocks xmlns:a="http://schemas.openxmlformats.org/drawingml/2006/main" noGrp="1"/>
          </p:cNvSpPr>
          <p:nvPr/>
        </p:nvSpPr>
        <p:spPr>
          <a:xfrm xmlns:a="http://schemas.openxmlformats.org/drawingml/2006/main">
            <a:off x="6000750" y="2171700"/>
            <a:ext cx="0" cy="2867025"/>
          </a:xfrm>
          <a:prstGeom xmlns:a="http://schemas.openxmlformats.org/drawingml/2006/main" prst="line">
            <a:avLst/>
          </a:prstGeom>
          <a:noFill xmlns:a="http://schemas.openxmlformats.org/drawingml/2006/main"/>
          <a:ln xmlns:a="http://schemas.openxmlformats.org/drawingml/2006/main" w="14288">
            <a:solidFill>
              <a:srgbClr val="A8BAC5"/>
            </a:solidFill>
            <a:prstDash val="solid"/>
          </a:ln>
        </p:spPr>
      </p:sp>
      <p:sp>
        <p:nvSpPr>
          <p:cNvPr id="5" name="generic-title">
            <a:extLst xmlns:a="http://schemas.openxmlformats.org/drawingml/2006/main">
              <a:ext uri="{FF2B5EF4-FFF2-40B4-BE49-F238E27FC236}">
                <a16:creationId xmlns:a16="http://schemas.microsoft.com/office/drawing/2014/main" id="{78655E90-9ED7-4797-8D3E-2BF160C180E9}"/>
              </a:ext>
            </a:extLst>
          </p:cNvPr>
          <p:cNvSpPr>
            <a:spLocks xmlns:a="http://schemas.openxmlformats.org/drawingml/2006/main" noGrp="1"/>
          </p:cNvSpPr>
          <p:nvPr/>
        </p:nvSpPr>
        <p:spPr>
          <a:xfrm xmlns:a="http://schemas.openxmlformats.org/drawingml/2006/main">
            <a:off x="666750" y="2076450"/>
            <a:ext cx="4953000" cy="600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l">
              <a:defRPr sz="2475" b="1">
                <a:solidFill>
                  <a:srgbClr val="006F70"/>
                </a:solidFill>
                <a:latin typeface="Arial"/>
                <a:ea typeface="Arial"/>
                <a:cs typeface="Arial"/>
              </a:defRPr>
            </a:defPPr>
            <a:lvl1pPr algn="l">
              <a:defRPr sz="2475" b="1">
                <a:solidFill>
                  <a:srgbClr val="006F70"/>
                </a:solidFill>
                <a:latin typeface="Arial"/>
                <a:ea typeface="Arial"/>
                <a:cs typeface="Arial"/>
              </a:defRPr>
            </a:lvl1pPr>
            <a:lvl2pPr algn="l">
              <a:defRPr sz="2475" b="1">
                <a:solidFill>
                  <a:srgbClr val="006F70"/>
                </a:solidFill>
                <a:latin typeface="Arial"/>
                <a:ea typeface="Arial"/>
                <a:cs typeface="Arial"/>
              </a:defRPr>
            </a:lvl2pPr>
            <a:lvl3pPr algn="l">
              <a:defRPr sz="2475" b="1">
                <a:solidFill>
                  <a:srgbClr val="006F70"/>
                </a:solidFill>
                <a:latin typeface="Arial"/>
                <a:ea typeface="Arial"/>
                <a:cs typeface="Arial"/>
              </a:defRPr>
            </a:lvl3pPr>
            <a:lvl4pPr algn="l">
              <a:defRPr sz="2475" b="1">
                <a:solidFill>
                  <a:srgbClr val="006F70"/>
                </a:solidFill>
                <a:latin typeface="Arial"/>
                <a:ea typeface="Arial"/>
                <a:cs typeface="Arial"/>
              </a:defRPr>
            </a:lvl4pPr>
            <a:lvl5pPr algn="l">
              <a:defRPr sz="2475" b="1">
                <a:solidFill>
                  <a:srgbClr val="006F70"/>
                </a:solidFill>
                <a:latin typeface="Arial"/>
                <a:ea typeface="Arial"/>
                <a:cs typeface="Arial"/>
              </a:defRPr>
            </a:lvl5pPr>
            <a:lvl6pPr algn="l">
              <a:defRPr sz="2475" b="1">
                <a:solidFill>
                  <a:srgbClr val="006F70"/>
                </a:solidFill>
                <a:latin typeface="Arial"/>
                <a:ea typeface="Arial"/>
                <a:cs typeface="Arial"/>
              </a:defRPr>
            </a:lvl6pPr>
            <a:lvl7pPr algn="l">
              <a:defRPr sz="2475" b="1">
                <a:solidFill>
                  <a:srgbClr val="006F70"/>
                </a:solidFill>
                <a:latin typeface="Arial"/>
                <a:ea typeface="Arial"/>
                <a:cs typeface="Arial"/>
              </a:defRPr>
            </a:lvl7pPr>
            <a:lvl8pPr algn="l">
              <a:defRPr sz="2475" b="1">
                <a:solidFill>
                  <a:srgbClr val="006F70"/>
                </a:solidFill>
                <a:latin typeface="Arial"/>
                <a:ea typeface="Arial"/>
                <a:cs typeface="Arial"/>
              </a:defRPr>
            </a:lvl8pPr>
            <a:lvl9pPr algn="l">
              <a:defRPr sz="2475" b="1">
                <a:solidFill>
                  <a:srgbClr val="006F70"/>
                </a:solidFill>
                <a:latin typeface="Arial"/>
                <a:ea typeface="Arial"/>
                <a:cs typeface="Arial"/>
              </a:defRPr>
            </a:lvl9pPr>
          </a:lstStyle>
          <a:p xmlns:a="http://schemas.openxmlformats.org/drawingml/2006/main">
            <a:pPr algn="l">
              <a:defRPr sz="2475" b="1">
                <a:solidFill>
                  <a:srgbClr val="006F70"/>
                </a:solidFill>
                <a:latin typeface="Arial"/>
                <a:ea typeface="Arial"/>
                <a:cs typeface="Arial"/>
              </a:defRPr>
            </a:pPr>
            <a:r>
              <a:rPr sz="2475" b="1">
                <a:solidFill>
                  <a:srgbClr val="006F70"/>
                </a:solidFill>
                <a:latin typeface="Arial"/>
                <a:ea typeface="Arial"/>
                <a:cs typeface="Arial"/>
              </a:rPr>
              <a:t>Generic motion scaffold</a:t>
            </a:r>
          </a:p>
        </p:txBody>
      </p:sp>
      <p:sp>
        <p:nvSpPr>
          <p:cNvPr id="6" name="generic-code">
            <a:extLst xmlns:a="http://schemas.openxmlformats.org/drawingml/2006/main">
              <a:ext uri="{FF2B5EF4-FFF2-40B4-BE49-F238E27FC236}">
                <a16:creationId xmlns:a16="http://schemas.microsoft.com/office/drawing/2014/main" id="{0D8D00BF-B81A-47BB-91D7-DE60F994EA9D}"/>
              </a:ext>
            </a:extLst>
          </p:cNvPr>
          <p:cNvSpPr>
            <a:spLocks xmlns:a="http://schemas.openxmlformats.org/drawingml/2006/main" noGrp="1"/>
          </p:cNvSpPr>
          <p:nvPr/>
        </p:nvSpPr>
        <p:spPr>
          <a:xfrm xmlns:a="http://schemas.openxmlformats.org/drawingml/2006/main">
            <a:off x="666750" y="2876550"/>
            <a:ext cx="4953000" cy="504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l">
              <a:defRPr sz="1950" b="1">
                <a:solidFill>
                  <a:srgbClr val="16242B"/>
                </a:solidFill>
                <a:latin typeface="Arial"/>
                <a:ea typeface="Arial"/>
                <a:cs typeface="Arial"/>
              </a:defRPr>
            </a:defPPr>
            <a:lvl1pPr algn="l">
              <a:defRPr sz="1950" b="1">
                <a:solidFill>
                  <a:srgbClr val="16242B"/>
                </a:solidFill>
                <a:latin typeface="Arial"/>
                <a:ea typeface="Arial"/>
                <a:cs typeface="Arial"/>
              </a:defRPr>
            </a:lvl1pPr>
            <a:lvl2pPr algn="l">
              <a:defRPr sz="1950" b="1">
                <a:solidFill>
                  <a:srgbClr val="16242B"/>
                </a:solidFill>
                <a:latin typeface="Arial"/>
                <a:ea typeface="Arial"/>
                <a:cs typeface="Arial"/>
              </a:defRPr>
            </a:lvl2pPr>
            <a:lvl3pPr algn="l">
              <a:defRPr sz="1950" b="1">
                <a:solidFill>
                  <a:srgbClr val="16242B"/>
                </a:solidFill>
                <a:latin typeface="Arial"/>
                <a:ea typeface="Arial"/>
                <a:cs typeface="Arial"/>
              </a:defRPr>
            </a:lvl3pPr>
            <a:lvl4pPr algn="l">
              <a:defRPr sz="1950" b="1">
                <a:solidFill>
                  <a:srgbClr val="16242B"/>
                </a:solidFill>
                <a:latin typeface="Arial"/>
                <a:ea typeface="Arial"/>
                <a:cs typeface="Arial"/>
              </a:defRPr>
            </a:lvl4pPr>
            <a:lvl5pPr algn="l">
              <a:defRPr sz="1950" b="1">
                <a:solidFill>
                  <a:srgbClr val="16242B"/>
                </a:solidFill>
                <a:latin typeface="Arial"/>
                <a:ea typeface="Arial"/>
                <a:cs typeface="Arial"/>
              </a:defRPr>
            </a:lvl5pPr>
            <a:lvl6pPr algn="l">
              <a:defRPr sz="1950" b="1">
                <a:solidFill>
                  <a:srgbClr val="16242B"/>
                </a:solidFill>
                <a:latin typeface="Arial"/>
                <a:ea typeface="Arial"/>
                <a:cs typeface="Arial"/>
              </a:defRPr>
            </a:lvl6pPr>
            <a:lvl7pPr algn="l">
              <a:defRPr sz="1950" b="1">
                <a:solidFill>
                  <a:srgbClr val="16242B"/>
                </a:solidFill>
                <a:latin typeface="Arial"/>
                <a:ea typeface="Arial"/>
                <a:cs typeface="Arial"/>
              </a:defRPr>
            </a:lvl7pPr>
            <a:lvl8pPr algn="l">
              <a:defRPr sz="1950" b="1">
                <a:solidFill>
                  <a:srgbClr val="16242B"/>
                </a:solidFill>
                <a:latin typeface="Arial"/>
                <a:ea typeface="Arial"/>
                <a:cs typeface="Arial"/>
              </a:defRPr>
            </a:lvl8pPr>
            <a:lvl9pPr algn="l">
              <a:defRPr sz="1950" b="1">
                <a:solidFill>
                  <a:srgbClr val="16242B"/>
                </a:solidFill>
                <a:latin typeface="Arial"/>
                <a:ea typeface="Arial"/>
                <a:cs typeface="Arial"/>
              </a:defRPr>
            </a:lvl9pPr>
          </a:lstStyle>
          <a:p xmlns:a="http://schemas.openxmlformats.org/drawingml/2006/main">
            <a:pPr algn="l">
              <a:defRPr sz="1950" b="1">
                <a:solidFill>
                  <a:srgbClr val="16242B"/>
                </a:solidFill>
                <a:latin typeface="Arial"/>
                <a:ea typeface="Arial"/>
                <a:cs typeface="Arial"/>
              </a:defRPr>
            </a:pPr>
            <a:r>
              <a:rPr sz="1950" b="1">
                <a:solidFill>
                  <a:srgbClr val="16242B"/>
                </a:solidFill>
                <a:latin typeface="Arial"/>
                <a:ea typeface="Arial"/>
                <a:cs typeface="Arial"/>
              </a:rPr>
              <a:t>--template motion --duration 4</a:t>
            </a:r>
          </a:p>
        </p:txBody>
      </p:sp>
      <p:sp>
        <p:nvSpPr>
          <p:cNvPr id="7" name="generic-body">
            <a:extLst xmlns:a="http://schemas.openxmlformats.org/drawingml/2006/main">
              <a:ext uri="{FF2B5EF4-FFF2-40B4-BE49-F238E27FC236}">
                <a16:creationId xmlns:a16="http://schemas.microsoft.com/office/drawing/2014/main" id="{347AB741-16A3-47DF-A738-DA7C92A236F1}"/>
              </a:ext>
            </a:extLst>
          </p:cNvPr>
          <p:cNvSpPr>
            <a:spLocks xmlns:a="http://schemas.openxmlformats.org/drawingml/2006/main" noGrp="1"/>
          </p:cNvSpPr>
          <p:nvPr/>
        </p:nvSpPr>
        <p:spPr>
          <a:xfrm xmlns:a="http://schemas.openxmlformats.org/drawingml/2006/main">
            <a:off x="666750" y="3648075"/>
            <a:ext cx="4953000" cy="1257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l">
              <a:defRPr sz="2100" b="0">
                <a:solidFill>
                  <a:srgbClr val="526773"/>
                </a:solidFill>
                <a:latin typeface="Arial"/>
                <a:ea typeface="Arial"/>
                <a:cs typeface="Arial"/>
              </a:defRPr>
            </a:defPPr>
            <a:lvl1pPr algn="l">
              <a:defRPr sz="2100" b="0">
                <a:solidFill>
                  <a:srgbClr val="526773"/>
                </a:solidFill>
                <a:latin typeface="Arial"/>
                <a:ea typeface="Arial"/>
                <a:cs typeface="Arial"/>
              </a:defRPr>
            </a:lvl1pPr>
            <a:lvl2pPr algn="l">
              <a:defRPr sz="2100" b="0">
                <a:solidFill>
                  <a:srgbClr val="526773"/>
                </a:solidFill>
                <a:latin typeface="Arial"/>
                <a:ea typeface="Arial"/>
                <a:cs typeface="Arial"/>
              </a:defRPr>
            </a:lvl2pPr>
            <a:lvl3pPr algn="l">
              <a:defRPr sz="2100" b="0">
                <a:solidFill>
                  <a:srgbClr val="526773"/>
                </a:solidFill>
                <a:latin typeface="Arial"/>
                <a:ea typeface="Arial"/>
                <a:cs typeface="Arial"/>
              </a:defRPr>
            </a:lvl3pPr>
            <a:lvl4pPr algn="l">
              <a:defRPr sz="2100" b="0">
                <a:solidFill>
                  <a:srgbClr val="526773"/>
                </a:solidFill>
                <a:latin typeface="Arial"/>
                <a:ea typeface="Arial"/>
                <a:cs typeface="Arial"/>
              </a:defRPr>
            </a:lvl4pPr>
            <a:lvl5pPr algn="l">
              <a:defRPr sz="2100" b="0">
                <a:solidFill>
                  <a:srgbClr val="526773"/>
                </a:solidFill>
                <a:latin typeface="Arial"/>
                <a:ea typeface="Arial"/>
                <a:cs typeface="Arial"/>
              </a:defRPr>
            </a:lvl5pPr>
            <a:lvl6pPr algn="l">
              <a:defRPr sz="2100" b="0">
                <a:solidFill>
                  <a:srgbClr val="526773"/>
                </a:solidFill>
                <a:latin typeface="Arial"/>
                <a:ea typeface="Arial"/>
                <a:cs typeface="Arial"/>
              </a:defRPr>
            </a:lvl6pPr>
            <a:lvl7pPr algn="l">
              <a:defRPr sz="2100" b="0">
                <a:solidFill>
                  <a:srgbClr val="526773"/>
                </a:solidFill>
                <a:latin typeface="Arial"/>
                <a:ea typeface="Arial"/>
                <a:cs typeface="Arial"/>
              </a:defRPr>
            </a:lvl7pPr>
            <a:lvl8pPr algn="l">
              <a:defRPr sz="2100" b="0">
                <a:solidFill>
                  <a:srgbClr val="526773"/>
                </a:solidFill>
                <a:latin typeface="Arial"/>
                <a:ea typeface="Arial"/>
                <a:cs typeface="Arial"/>
              </a:defRPr>
            </a:lvl8pPr>
            <a:lvl9pPr algn="l">
              <a:defRPr sz="2100" b="0">
                <a:solidFill>
                  <a:srgbClr val="526773"/>
                </a:solidFill>
                <a:latin typeface="Arial"/>
                <a:ea typeface="Arial"/>
                <a:cs typeface="Arial"/>
              </a:defRPr>
            </a:lvl9pPr>
          </a:lstStyle>
          <a:p xmlns:a="http://schemas.openxmlformats.org/drawingml/2006/main">
            <a:pPr algn="l">
              <a:defRPr sz="2100" b="0">
                <a:solidFill>
                  <a:srgbClr val="526773"/>
                </a:solidFill>
                <a:latin typeface="Arial"/>
                <a:ea typeface="Arial"/>
                <a:cs typeface="Arial"/>
              </a:defRPr>
            </a:pPr>
            <a:r>
              <a:rPr sz="2100" b="0">
                <a:solidFill>
                  <a:srgbClr val="526773"/>
                </a:solidFill>
                <a:latin typeface="Arial"/>
                <a:ea typeface="Arial"/>
                <a:cs typeface="Arial"/>
              </a:rPr>
              <a:t>Dimensions, a paused clock,</a:t>
            </a:r>
          </a:p>
          <a:p xmlns:a="http://schemas.openxmlformats.org/drawingml/2006/main">
            <a:pPr algn="l">
              <a:defRPr sz="2100" b="0">
                <a:solidFill>
                  <a:srgbClr val="526773"/>
                </a:solidFill>
                <a:latin typeface="Arial"/>
                <a:ea typeface="Arial"/>
                <a:cs typeface="Arial"/>
              </a:defRPr>
            </a:pPr>
            <a:r>
              <a:rPr sz="2100" b="0">
                <a:solidFill>
                  <a:srgbClr val="526773"/>
                </a:solidFill>
                <a:latin typeface="Arial"/>
                <a:ea typeface="Arial"/>
                <a:cs typeface="Arial"/>
              </a:rPr>
              <a:t>local runtime and preview controls.</a:t>
            </a:r>
          </a:p>
          <a:p xmlns:a="http://schemas.openxmlformats.org/drawingml/2006/main">
            <a:pPr algn="l">
              <a:defRPr sz="2100" b="0">
                <a:solidFill>
                  <a:srgbClr val="526773"/>
                </a:solidFill>
                <a:latin typeface="Arial"/>
                <a:ea typeface="Arial"/>
                <a:cs typeface="Arial"/>
              </a:defRPr>
            </a:pPr>
            <a:r>
              <a:rPr sz="2100" b="0">
                <a:solidFill>
                  <a:srgbClr val="526773"/>
                </a:solidFill>
                <a:latin typeface="Arial"/>
                <a:ea typeface="Arial"/>
                <a:cs typeface="Arial"/>
              </a:rPr>
              <a:t>Author the artwork and action.</a:t>
            </a:r>
          </a:p>
        </p:txBody>
      </p:sp>
      <p:sp>
        <p:nvSpPr>
          <p:cNvPr id="8" name="example-title">
            <a:extLst xmlns:a="http://schemas.openxmlformats.org/drawingml/2006/main">
              <a:ext uri="{FF2B5EF4-FFF2-40B4-BE49-F238E27FC236}">
                <a16:creationId xmlns:a16="http://schemas.microsoft.com/office/drawing/2014/main" id="{5A630D0B-C4F8-4D7A-B51A-99B5171CF281}"/>
              </a:ext>
            </a:extLst>
          </p:cNvPr>
          <p:cNvSpPr>
            <a:spLocks xmlns:a="http://schemas.openxmlformats.org/drawingml/2006/main" noGrp="1"/>
          </p:cNvSpPr>
          <p:nvPr/>
        </p:nvSpPr>
        <p:spPr>
          <a:xfrm xmlns:a="http://schemas.openxmlformats.org/drawingml/2006/main">
            <a:off x="6496050" y="2076450"/>
            <a:ext cx="4953000" cy="600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l">
              <a:defRPr sz="2475" b="1">
                <a:solidFill>
                  <a:srgbClr val="006F70"/>
                </a:solidFill>
                <a:latin typeface="Arial"/>
                <a:ea typeface="Arial"/>
                <a:cs typeface="Arial"/>
              </a:defRPr>
            </a:defPPr>
            <a:lvl1pPr algn="l">
              <a:defRPr sz="2475" b="1">
                <a:solidFill>
                  <a:srgbClr val="006F70"/>
                </a:solidFill>
                <a:latin typeface="Arial"/>
                <a:ea typeface="Arial"/>
                <a:cs typeface="Arial"/>
              </a:defRPr>
            </a:lvl1pPr>
            <a:lvl2pPr algn="l">
              <a:defRPr sz="2475" b="1">
                <a:solidFill>
                  <a:srgbClr val="006F70"/>
                </a:solidFill>
                <a:latin typeface="Arial"/>
                <a:ea typeface="Arial"/>
                <a:cs typeface="Arial"/>
              </a:defRPr>
            </a:lvl2pPr>
            <a:lvl3pPr algn="l">
              <a:defRPr sz="2475" b="1">
                <a:solidFill>
                  <a:srgbClr val="006F70"/>
                </a:solidFill>
                <a:latin typeface="Arial"/>
                <a:ea typeface="Arial"/>
                <a:cs typeface="Arial"/>
              </a:defRPr>
            </a:lvl3pPr>
            <a:lvl4pPr algn="l">
              <a:defRPr sz="2475" b="1">
                <a:solidFill>
                  <a:srgbClr val="006F70"/>
                </a:solidFill>
                <a:latin typeface="Arial"/>
                <a:ea typeface="Arial"/>
                <a:cs typeface="Arial"/>
              </a:defRPr>
            </a:lvl4pPr>
            <a:lvl5pPr algn="l">
              <a:defRPr sz="2475" b="1">
                <a:solidFill>
                  <a:srgbClr val="006F70"/>
                </a:solidFill>
                <a:latin typeface="Arial"/>
                <a:ea typeface="Arial"/>
                <a:cs typeface="Arial"/>
              </a:defRPr>
            </a:lvl5pPr>
            <a:lvl6pPr algn="l">
              <a:defRPr sz="2475" b="1">
                <a:solidFill>
                  <a:srgbClr val="006F70"/>
                </a:solidFill>
                <a:latin typeface="Arial"/>
                <a:ea typeface="Arial"/>
                <a:cs typeface="Arial"/>
              </a:defRPr>
            </a:lvl6pPr>
            <a:lvl7pPr algn="l">
              <a:defRPr sz="2475" b="1">
                <a:solidFill>
                  <a:srgbClr val="006F70"/>
                </a:solidFill>
                <a:latin typeface="Arial"/>
                <a:ea typeface="Arial"/>
                <a:cs typeface="Arial"/>
              </a:defRPr>
            </a:lvl7pPr>
            <a:lvl8pPr algn="l">
              <a:defRPr sz="2475" b="1">
                <a:solidFill>
                  <a:srgbClr val="006F70"/>
                </a:solidFill>
                <a:latin typeface="Arial"/>
                <a:ea typeface="Arial"/>
                <a:cs typeface="Arial"/>
              </a:defRPr>
            </a:lvl8pPr>
            <a:lvl9pPr algn="l">
              <a:defRPr sz="2475" b="1">
                <a:solidFill>
                  <a:srgbClr val="006F70"/>
                </a:solidFill>
                <a:latin typeface="Arial"/>
                <a:ea typeface="Arial"/>
                <a:cs typeface="Arial"/>
              </a:defRPr>
            </a:lvl9pPr>
          </a:lstStyle>
          <a:p xmlns:a="http://schemas.openxmlformats.org/drawingml/2006/main">
            <a:pPr algn="l">
              <a:defRPr sz="2475" b="1">
                <a:solidFill>
                  <a:srgbClr val="006F70"/>
                </a:solidFill>
                <a:latin typeface="Arial"/>
                <a:ea typeface="Arial"/>
                <a:cs typeface="Arial"/>
              </a:defRPr>
            </a:pPr>
            <a:r>
              <a:rPr sz="2475" b="1">
                <a:solidFill>
                  <a:srgbClr val="006F70"/>
                </a:solidFill>
                <a:latin typeface="Arial"/>
                <a:ea typeface="Arial"/>
                <a:cs typeface="Arial"/>
              </a:rPr>
              <a:t>Selected authored study</a:t>
            </a:r>
          </a:p>
        </p:txBody>
      </p:sp>
      <p:sp>
        <p:nvSpPr>
          <p:cNvPr id="9" name="example-code">
            <a:extLst xmlns:a="http://schemas.openxmlformats.org/drawingml/2006/main">
              <a:ext uri="{FF2B5EF4-FFF2-40B4-BE49-F238E27FC236}">
                <a16:creationId xmlns:a16="http://schemas.microsoft.com/office/drawing/2014/main" id="{E64BFF4F-33E3-4D7F-B69B-EFE975C56101}"/>
              </a:ext>
            </a:extLst>
          </p:cNvPr>
          <p:cNvSpPr>
            <a:spLocks xmlns:a="http://schemas.openxmlformats.org/drawingml/2006/main" noGrp="1"/>
          </p:cNvSpPr>
          <p:nvPr/>
        </p:nvSpPr>
        <p:spPr>
          <a:xfrm xmlns:a="http://schemas.openxmlformats.org/drawingml/2006/main">
            <a:off x="6496050" y="2819400"/>
            <a:ext cx="4953000" cy="828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l">
              <a:defRPr sz="1950" b="1">
                <a:solidFill>
                  <a:srgbClr val="16242B"/>
                </a:solidFill>
                <a:latin typeface="Arial"/>
                <a:ea typeface="Arial"/>
                <a:cs typeface="Arial"/>
              </a:defRPr>
            </a:defPPr>
            <a:lvl1pPr algn="l">
              <a:defRPr sz="1950" b="1">
                <a:solidFill>
                  <a:srgbClr val="16242B"/>
                </a:solidFill>
                <a:latin typeface="Arial"/>
                <a:ea typeface="Arial"/>
                <a:cs typeface="Arial"/>
              </a:defRPr>
            </a:lvl1pPr>
            <a:lvl2pPr algn="l">
              <a:defRPr sz="1950" b="1">
                <a:solidFill>
                  <a:srgbClr val="16242B"/>
                </a:solidFill>
                <a:latin typeface="Arial"/>
                <a:ea typeface="Arial"/>
                <a:cs typeface="Arial"/>
              </a:defRPr>
            </a:lvl2pPr>
            <a:lvl3pPr algn="l">
              <a:defRPr sz="1950" b="1">
                <a:solidFill>
                  <a:srgbClr val="16242B"/>
                </a:solidFill>
                <a:latin typeface="Arial"/>
                <a:ea typeface="Arial"/>
                <a:cs typeface="Arial"/>
              </a:defRPr>
            </a:lvl3pPr>
            <a:lvl4pPr algn="l">
              <a:defRPr sz="1950" b="1">
                <a:solidFill>
                  <a:srgbClr val="16242B"/>
                </a:solidFill>
                <a:latin typeface="Arial"/>
                <a:ea typeface="Arial"/>
                <a:cs typeface="Arial"/>
              </a:defRPr>
            </a:lvl4pPr>
            <a:lvl5pPr algn="l">
              <a:defRPr sz="1950" b="1">
                <a:solidFill>
                  <a:srgbClr val="16242B"/>
                </a:solidFill>
                <a:latin typeface="Arial"/>
                <a:ea typeface="Arial"/>
                <a:cs typeface="Arial"/>
              </a:defRPr>
            </a:lvl5pPr>
            <a:lvl6pPr algn="l">
              <a:defRPr sz="1950" b="1">
                <a:solidFill>
                  <a:srgbClr val="16242B"/>
                </a:solidFill>
                <a:latin typeface="Arial"/>
                <a:ea typeface="Arial"/>
                <a:cs typeface="Arial"/>
              </a:defRPr>
            </a:lvl6pPr>
            <a:lvl7pPr algn="l">
              <a:defRPr sz="1950" b="1">
                <a:solidFill>
                  <a:srgbClr val="16242B"/>
                </a:solidFill>
                <a:latin typeface="Arial"/>
                <a:ea typeface="Arial"/>
                <a:cs typeface="Arial"/>
              </a:defRPr>
            </a:lvl7pPr>
            <a:lvl8pPr algn="l">
              <a:defRPr sz="1950" b="1">
                <a:solidFill>
                  <a:srgbClr val="16242B"/>
                </a:solidFill>
                <a:latin typeface="Arial"/>
                <a:ea typeface="Arial"/>
                <a:cs typeface="Arial"/>
              </a:defRPr>
            </a:lvl8pPr>
            <a:lvl9pPr algn="l">
              <a:defRPr sz="1950" b="1">
                <a:solidFill>
                  <a:srgbClr val="16242B"/>
                </a:solidFill>
                <a:latin typeface="Arial"/>
                <a:ea typeface="Arial"/>
                <a:cs typeface="Arial"/>
              </a:defRPr>
            </a:lvl9pPr>
          </a:lstStyle>
          <a:p xmlns:a="http://schemas.openxmlformats.org/drawingml/2006/main">
            <a:pPr algn="l">
              <a:defRPr sz="1950" b="1">
                <a:solidFill>
                  <a:srgbClr val="16242B"/>
                </a:solidFill>
                <a:latin typeface="Arial"/>
                <a:ea typeface="Arial"/>
                <a:cs typeface="Arial"/>
              </a:defRPr>
            </a:pPr>
            <a:r>
              <a:rPr sz="1950" b="1">
                <a:solidFill>
                  <a:srgbClr val="16242B"/>
                </a:solidFill>
                <a:latin typeface="Arial"/>
                <a:ea typeface="Arial"/>
                <a:cs typeface="Arial"/>
              </a:rPr>
              <a:t>--template motion</a:t>
            </a:r>
          </a:p>
          <a:p xmlns:a="http://schemas.openxmlformats.org/drawingml/2006/main">
            <a:pPr algn="l">
              <a:defRPr sz="1950" b="1">
                <a:solidFill>
                  <a:srgbClr val="16242B"/>
                </a:solidFill>
                <a:latin typeface="Arial"/>
                <a:ea typeface="Arial"/>
                <a:cs typeface="Arial"/>
              </a:defRPr>
            </a:pPr>
            <a:r>
              <a:rPr sz="1950" b="1">
                <a:solidFill>
                  <a:srgbClr val="16242B"/>
                </a:solidFill>
                <a:latin typeface="Arial"/>
                <a:ea typeface="Arial"/>
                <a:cs typeface="Arial"/>
              </a:rPr>
              <a:t>--example orbit-title</a:t>
            </a:r>
          </a:p>
        </p:txBody>
      </p:sp>
      <p:sp>
        <p:nvSpPr>
          <p:cNvPr id="10" name="example-body">
            <a:extLst xmlns:a="http://schemas.openxmlformats.org/drawingml/2006/main">
              <a:ext uri="{FF2B5EF4-FFF2-40B4-BE49-F238E27FC236}">
                <a16:creationId xmlns:a16="http://schemas.microsoft.com/office/drawing/2014/main" id="{EF854BCE-01BC-470D-8F78-0E029BB25D92}"/>
              </a:ext>
            </a:extLst>
          </p:cNvPr>
          <p:cNvSpPr>
            <a:spLocks xmlns:a="http://schemas.openxmlformats.org/drawingml/2006/main" noGrp="1"/>
          </p:cNvSpPr>
          <p:nvPr/>
        </p:nvSpPr>
        <p:spPr>
          <a:xfrm xmlns:a="http://schemas.openxmlformats.org/drawingml/2006/main">
            <a:off x="6496050" y="3800475"/>
            <a:ext cx="4953000"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l">
              <a:defRPr sz="2100" b="0">
                <a:solidFill>
                  <a:srgbClr val="526773"/>
                </a:solidFill>
                <a:latin typeface="Arial"/>
                <a:ea typeface="Arial"/>
                <a:cs typeface="Arial"/>
              </a:defRPr>
            </a:defPPr>
            <a:lvl1pPr algn="l">
              <a:defRPr sz="2100" b="0">
                <a:solidFill>
                  <a:srgbClr val="526773"/>
                </a:solidFill>
                <a:latin typeface="Arial"/>
                <a:ea typeface="Arial"/>
                <a:cs typeface="Arial"/>
              </a:defRPr>
            </a:lvl1pPr>
            <a:lvl2pPr algn="l">
              <a:defRPr sz="2100" b="0">
                <a:solidFill>
                  <a:srgbClr val="526773"/>
                </a:solidFill>
                <a:latin typeface="Arial"/>
                <a:ea typeface="Arial"/>
                <a:cs typeface="Arial"/>
              </a:defRPr>
            </a:lvl2pPr>
            <a:lvl3pPr algn="l">
              <a:defRPr sz="2100" b="0">
                <a:solidFill>
                  <a:srgbClr val="526773"/>
                </a:solidFill>
                <a:latin typeface="Arial"/>
                <a:ea typeface="Arial"/>
                <a:cs typeface="Arial"/>
              </a:defRPr>
            </a:lvl3pPr>
            <a:lvl4pPr algn="l">
              <a:defRPr sz="2100" b="0">
                <a:solidFill>
                  <a:srgbClr val="526773"/>
                </a:solidFill>
                <a:latin typeface="Arial"/>
                <a:ea typeface="Arial"/>
                <a:cs typeface="Arial"/>
              </a:defRPr>
            </a:lvl4pPr>
            <a:lvl5pPr algn="l">
              <a:defRPr sz="2100" b="0">
                <a:solidFill>
                  <a:srgbClr val="526773"/>
                </a:solidFill>
                <a:latin typeface="Arial"/>
                <a:ea typeface="Arial"/>
                <a:cs typeface="Arial"/>
              </a:defRPr>
            </a:lvl5pPr>
            <a:lvl6pPr algn="l">
              <a:defRPr sz="2100" b="0">
                <a:solidFill>
                  <a:srgbClr val="526773"/>
                </a:solidFill>
                <a:latin typeface="Arial"/>
                <a:ea typeface="Arial"/>
                <a:cs typeface="Arial"/>
              </a:defRPr>
            </a:lvl6pPr>
            <a:lvl7pPr algn="l">
              <a:defRPr sz="2100" b="0">
                <a:solidFill>
                  <a:srgbClr val="526773"/>
                </a:solidFill>
                <a:latin typeface="Arial"/>
                <a:ea typeface="Arial"/>
                <a:cs typeface="Arial"/>
              </a:defRPr>
            </a:lvl7pPr>
            <a:lvl8pPr algn="l">
              <a:defRPr sz="2100" b="0">
                <a:solidFill>
                  <a:srgbClr val="526773"/>
                </a:solidFill>
                <a:latin typeface="Arial"/>
                <a:ea typeface="Arial"/>
                <a:cs typeface="Arial"/>
              </a:defRPr>
            </a:lvl8pPr>
            <a:lvl9pPr algn="l">
              <a:defRPr sz="2100" b="0">
                <a:solidFill>
                  <a:srgbClr val="526773"/>
                </a:solidFill>
                <a:latin typeface="Arial"/>
                <a:ea typeface="Arial"/>
                <a:cs typeface="Arial"/>
              </a:defRPr>
            </a:lvl9pPr>
          </a:lstStyle>
          <a:p xmlns:a="http://schemas.openxmlformats.org/drawingml/2006/main">
            <a:pPr algn="l">
              <a:defRPr sz="2100" b="0">
                <a:solidFill>
                  <a:srgbClr val="526773"/>
                </a:solidFill>
                <a:latin typeface="Arial"/>
                <a:ea typeface="Arial"/>
                <a:cs typeface="Arial"/>
              </a:defRPr>
            </a:pPr>
            <a:r>
              <a:rPr sz="2100" b="0">
                <a:solidFill>
                  <a:srgbClr val="526773"/>
                </a:solidFill>
                <a:latin typeface="Arial"/>
                <a:ea typeface="Arial"/>
                <a:cs typeface="Arial"/>
              </a:rPr>
              <a:t>Copies the six-second title study,</a:t>
            </a:r>
          </a:p>
          <a:p xmlns:a="http://schemas.openxmlformats.org/drawingml/2006/main">
            <a:pPr algn="l">
              <a:defRPr sz="2100" b="0">
                <a:solidFill>
                  <a:srgbClr val="526773"/>
                </a:solidFill>
                <a:latin typeface="Arial"/>
                <a:ea typeface="Arial"/>
                <a:cs typeface="Arial"/>
              </a:defRPr>
            </a:pPr>
            <a:r>
              <a:rPr sz="2100" b="0">
                <a:solidFill>
                  <a:srgbClr val="526773"/>
                </a:solidFill>
                <a:latin typeface="Arial"/>
                <a:ea typeface="Arial"/>
                <a:cs typeface="Arial"/>
              </a:rPr>
              <a:t>including its original artwork,</a:t>
            </a:r>
          </a:p>
          <a:p xmlns:a="http://schemas.openxmlformats.org/drawingml/2006/main">
            <a:pPr algn="l">
              <a:defRPr sz="2100" b="0">
                <a:solidFill>
                  <a:srgbClr val="526773"/>
                </a:solidFill>
                <a:latin typeface="Arial"/>
                <a:ea typeface="Arial"/>
                <a:cs typeface="Arial"/>
              </a:defRPr>
            </a:pPr>
            <a:r>
              <a:rPr sz="2100" b="0">
                <a:solidFill>
                  <a:srgbClr val="526773"/>
                </a:solidFill>
                <a:latin typeface="Arial"/>
                <a:ea typeface="Arial"/>
                <a:cs typeface="Arial"/>
              </a:rPr>
              <a:t>fonts and retained licenses.</a:t>
            </a:r>
          </a:p>
        </p:txBody>
      </p:sp>
      <p:sp>
        <p:nvSpPr>
          <p:cNvPr id="11" name="scaffold-bottom">
            <a:extLst xmlns:a="http://schemas.openxmlformats.org/drawingml/2006/main">
              <a:ext uri="{FF2B5EF4-FFF2-40B4-BE49-F238E27FC236}">
                <a16:creationId xmlns:a16="http://schemas.microsoft.com/office/drawing/2014/main" id="{0A8C0E05-15AA-421B-B9DE-E46DAD0C306E}"/>
              </a:ext>
            </a:extLst>
          </p:cNvPr>
          <p:cNvSpPr>
            <a:spLocks xmlns:a="http://schemas.openxmlformats.org/drawingml/2006/main" noGrp="1"/>
          </p:cNvSpPr>
          <p:nvPr/>
        </p:nvSpPr>
        <p:spPr>
          <a:xfrm xmlns:a="http://schemas.openxmlformats.org/drawingml/2006/main">
            <a:off x="666750" y="5638800"/>
            <a:ext cx="10572750"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l">
              <a:defRPr sz="2100" b="1">
                <a:solidFill>
                  <a:srgbClr val="16242B"/>
                </a:solidFill>
                <a:latin typeface="Arial"/>
                <a:ea typeface="Arial"/>
                <a:cs typeface="Arial"/>
              </a:defRPr>
            </a:defPPr>
            <a:lvl1pPr algn="l">
              <a:defRPr sz="2100" b="1">
                <a:solidFill>
                  <a:srgbClr val="16242B"/>
                </a:solidFill>
                <a:latin typeface="Arial"/>
                <a:ea typeface="Arial"/>
                <a:cs typeface="Arial"/>
              </a:defRPr>
            </a:lvl1pPr>
            <a:lvl2pPr algn="l">
              <a:defRPr sz="2100" b="1">
                <a:solidFill>
                  <a:srgbClr val="16242B"/>
                </a:solidFill>
                <a:latin typeface="Arial"/>
                <a:ea typeface="Arial"/>
                <a:cs typeface="Arial"/>
              </a:defRPr>
            </a:lvl2pPr>
            <a:lvl3pPr algn="l">
              <a:defRPr sz="2100" b="1">
                <a:solidFill>
                  <a:srgbClr val="16242B"/>
                </a:solidFill>
                <a:latin typeface="Arial"/>
                <a:ea typeface="Arial"/>
                <a:cs typeface="Arial"/>
              </a:defRPr>
            </a:lvl3pPr>
            <a:lvl4pPr algn="l">
              <a:defRPr sz="2100" b="1">
                <a:solidFill>
                  <a:srgbClr val="16242B"/>
                </a:solidFill>
                <a:latin typeface="Arial"/>
                <a:ea typeface="Arial"/>
                <a:cs typeface="Arial"/>
              </a:defRPr>
            </a:lvl4pPr>
            <a:lvl5pPr algn="l">
              <a:defRPr sz="2100" b="1">
                <a:solidFill>
                  <a:srgbClr val="16242B"/>
                </a:solidFill>
                <a:latin typeface="Arial"/>
                <a:ea typeface="Arial"/>
                <a:cs typeface="Arial"/>
              </a:defRPr>
            </a:lvl5pPr>
            <a:lvl6pPr algn="l">
              <a:defRPr sz="2100" b="1">
                <a:solidFill>
                  <a:srgbClr val="16242B"/>
                </a:solidFill>
                <a:latin typeface="Arial"/>
                <a:ea typeface="Arial"/>
                <a:cs typeface="Arial"/>
              </a:defRPr>
            </a:lvl6pPr>
            <a:lvl7pPr algn="l">
              <a:defRPr sz="2100" b="1">
                <a:solidFill>
                  <a:srgbClr val="16242B"/>
                </a:solidFill>
                <a:latin typeface="Arial"/>
                <a:ea typeface="Arial"/>
                <a:cs typeface="Arial"/>
              </a:defRPr>
            </a:lvl7pPr>
            <a:lvl8pPr algn="l">
              <a:defRPr sz="2100" b="1">
                <a:solidFill>
                  <a:srgbClr val="16242B"/>
                </a:solidFill>
                <a:latin typeface="Arial"/>
                <a:ea typeface="Arial"/>
                <a:cs typeface="Arial"/>
              </a:defRPr>
            </a:lvl8pPr>
            <a:lvl9pPr algn="l">
              <a:defRPr sz="2100" b="1">
                <a:solidFill>
                  <a:srgbClr val="16242B"/>
                </a:solidFill>
                <a:latin typeface="Arial"/>
                <a:ea typeface="Arial"/>
                <a:cs typeface="Arial"/>
              </a:defRPr>
            </a:lvl9pPr>
          </a:lstStyle>
          <a:p xmlns:a="http://schemas.openxmlformats.org/drawingml/2006/main">
            <a:pPr algn="l">
              <a:defRPr sz="2100" b="1">
                <a:solidFill>
                  <a:srgbClr val="16242B"/>
                </a:solidFill>
                <a:latin typeface="Arial"/>
                <a:ea typeface="Arial"/>
                <a:cs typeface="Arial"/>
              </a:defRPr>
            </a:pPr>
            <a:r>
              <a:rPr sz="2100" b="1">
                <a:solidFill>
                  <a:srgbClr val="16242B"/>
                </a:solidFill>
                <a:latin typeface="Arial"/>
                <a:ea typeface="Arial"/>
                <a:cs typeface="Arial"/>
              </a:rPr>
              <a:t>The generic scaffold supplies no palette, copy, typography or staging.</a:t>
            </a:r>
          </a:p>
        </p:txBody>
      </p:sp>
    </p:spTree>
    <p:extLst>
      <p:ext uri="{BB962C8B-B14F-4D97-AF65-F5344CB8AC3E}">
        <p14:creationId xmlns:p14="http://schemas.microsoft.com/office/powerpoint/2010/main" val="1332713739"/>
      </p:ext>
    </p:extLst>
  </p:cSld>
</p:sld>
</file>

<file path=ppt/slides/slide5.xml><?xml version="1.0" encoding="utf-8"?>
<p:sld xmlns:p="http://schemas.openxmlformats.org/presentationml/2006/main">
  <p:cSld>
    <p:bg>
      <p:bgPr>
        <a:solidFill xmlns:a="http://schemas.openxmlformats.org/drawingml/2006/main">
          <a:srgbClr val="F4F7FA"/>
        </a:solidFill>
      </p:bgPr>
    </p:bg>
    <p:spTree>
      <p:nvGrpSpPr>
        <p:cNvPr id="1" name=""/>
        <p:cNvGrpSpPr/>
        <p:nvPr/>
      </p:nvGrpSpPr>
      <p:grpSpPr>
        <a:xfrm xmlns:a="http://schemas.openxmlformats.org/drawingml/2006/main"/>
      </p:grpSpPr>
      <p:sp>
        <p:nvSpPr>
          <p:cNvPr id="11" name="title">
            <a:extLst xmlns:a="http://schemas.openxmlformats.org/drawingml/2006/main">
              <a:ext uri="{FF2B5EF4-FFF2-40B4-BE49-F238E27FC236}">
                <a16:creationId xmlns:a16="http://schemas.microsoft.com/office/drawing/2014/main" id="{FAE2FCAE-9564-40AE-9049-9B7223BF3194}"/>
              </a:ext>
            </a:extLst>
          </p:cNvPr>
          <p:cNvSpPr>
            <a:spLocks xmlns:a="http://schemas.openxmlformats.org/drawingml/2006/main" noGrp="1"/>
          </p:cNvSpPr>
          <p:nvPr/>
        </p:nvSpPr>
        <p:spPr>
          <a:xfrm xmlns:a="http://schemas.openxmlformats.org/drawingml/2006/main">
            <a:off x="628650" y="447675"/>
            <a:ext cx="1093470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lstStyle xmlns:a="http://schemas.openxmlformats.org/drawingml/2006/main">
            <a:defPPr algn="l">
              <a:defRPr sz="3450" b="1">
                <a:solidFill>
                  <a:srgbClr val="16242B"/>
                </a:solidFill>
                <a:latin typeface="Arial"/>
                <a:ea typeface="Arial"/>
                <a:cs typeface="Arial"/>
              </a:defRPr>
            </a:defPPr>
            <a:lvl1pPr algn="l">
              <a:buNone/>
              <a:defRPr sz="3450" b="1">
                <a:solidFill>
                  <a:srgbClr val="16242B"/>
                </a:solidFill>
                <a:latin typeface="Arial"/>
                <a:ea typeface="Arial"/>
                <a:cs typeface="Arial"/>
              </a:defRPr>
            </a:lvl1pPr>
            <a:lvl2pPr algn="l">
              <a:buNone/>
              <a:defRPr sz="3450" b="1">
                <a:solidFill>
                  <a:srgbClr val="16242B"/>
                </a:solidFill>
                <a:latin typeface="Arial"/>
                <a:ea typeface="Arial"/>
                <a:cs typeface="Arial"/>
              </a:defRPr>
            </a:lvl2pPr>
            <a:lvl3pPr algn="l">
              <a:buNone/>
              <a:defRPr sz="3450" b="1">
                <a:solidFill>
                  <a:srgbClr val="16242B"/>
                </a:solidFill>
                <a:latin typeface="Arial"/>
                <a:ea typeface="Arial"/>
                <a:cs typeface="Arial"/>
              </a:defRPr>
            </a:lvl3pPr>
            <a:lvl4pPr algn="l">
              <a:buNone/>
              <a:defRPr sz="3450" b="1">
                <a:solidFill>
                  <a:srgbClr val="16242B"/>
                </a:solidFill>
                <a:latin typeface="Arial"/>
                <a:ea typeface="Arial"/>
                <a:cs typeface="Arial"/>
              </a:defRPr>
            </a:lvl4pPr>
            <a:lvl5pPr algn="l">
              <a:buNone/>
              <a:defRPr sz="3450" b="1">
                <a:solidFill>
                  <a:srgbClr val="16242B"/>
                </a:solidFill>
                <a:latin typeface="Arial"/>
                <a:ea typeface="Arial"/>
                <a:cs typeface="Arial"/>
              </a:defRPr>
            </a:lvl5pPr>
            <a:lvl6pPr algn="l">
              <a:buNone/>
              <a:defRPr sz="3450" b="1">
                <a:solidFill>
                  <a:srgbClr val="16242B"/>
                </a:solidFill>
                <a:latin typeface="Arial"/>
                <a:ea typeface="Arial"/>
                <a:cs typeface="Arial"/>
              </a:defRPr>
            </a:lvl6pPr>
            <a:lvl7pPr algn="l">
              <a:buNone/>
              <a:defRPr sz="3450" b="1">
                <a:solidFill>
                  <a:srgbClr val="16242B"/>
                </a:solidFill>
                <a:latin typeface="Arial"/>
                <a:ea typeface="Arial"/>
                <a:cs typeface="Arial"/>
              </a:defRPr>
            </a:lvl7pPr>
            <a:lvl8pPr algn="l">
              <a:buNone/>
              <a:defRPr sz="3450" b="1">
                <a:solidFill>
                  <a:srgbClr val="16242B"/>
                </a:solidFill>
                <a:latin typeface="Arial"/>
                <a:ea typeface="Arial"/>
                <a:cs typeface="Arial"/>
              </a:defRPr>
            </a:lvl8pPr>
            <a:lvl9pPr algn="l">
              <a:buNone/>
              <a:defRPr sz="3450" b="1">
                <a:solidFill>
                  <a:srgbClr val="16242B"/>
                </a:solidFill>
                <a:latin typeface="Arial"/>
                <a:ea typeface="Arial"/>
                <a:cs typeface="Arial"/>
              </a:defRPr>
            </a:lvl9pPr>
          </a:lstStyle>
          <a:p xmlns:a="http://schemas.openxmlformats.org/drawingml/2006/main">
            <a:pPr algn="l">
              <a:buNone/>
              <a:defRPr sz="3450" b="1">
                <a:solidFill>
                  <a:srgbClr val="16242B"/>
                </a:solidFill>
                <a:latin typeface="Arial"/>
                <a:ea typeface="Arial"/>
                <a:cs typeface="Arial"/>
              </a:defRPr>
            </a:pPr>
            <a:r>
              <a:rPr sz="3450" b="1">
                <a:solidFill>
                  <a:srgbClr val="16242B"/>
                </a:solidFill>
                <a:latin typeface="Arial"/>
                <a:ea typeface="Arial"/>
                <a:cs typeface="Arial"/>
              </a:rPr>
              <a:t>Explicit time and input</a:t>
            </a:r>
          </a:p>
        </p:txBody>
      </p:sp>
      <p:sp>
        <p:nvSpPr>
          <p:cNvPr id="2" name="page">
            <a:extLst xmlns:a="http://schemas.openxmlformats.org/drawingml/2006/main">
              <a:ext uri="{FF2B5EF4-FFF2-40B4-BE49-F238E27FC236}">
                <a16:creationId xmlns:a16="http://schemas.microsoft.com/office/drawing/2014/main" id="{E968CEDF-89DC-4FA9-A79A-4DDEC6490AAF}"/>
              </a:ext>
            </a:extLst>
          </p:cNvPr>
          <p:cNvSpPr>
            <a:spLocks xmlns:a="http://schemas.openxmlformats.org/drawingml/2006/main" noGrp="1"/>
          </p:cNvSpPr>
          <p:nvPr/>
        </p:nvSpPr>
        <p:spPr>
          <a:xfrm xmlns:a="http://schemas.openxmlformats.org/drawingml/2006/main">
            <a:off x="11049000" y="6162675"/>
            <a:ext cx="5143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lstStyle xmlns:a="http://schemas.openxmlformats.org/drawingml/2006/main">
            <a:defPPr algn="l">
              <a:defRPr sz="1275" b="0">
                <a:solidFill>
                  <a:srgbClr val="526773"/>
                </a:solidFill>
                <a:latin typeface="Arial"/>
                <a:ea typeface="Arial"/>
                <a:cs typeface="Arial"/>
              </a:defRPr>
            </a:defPPr>
            <a:lvl1pPr algn="l">
              <a:buNone/>
              <a:defRPr sz="1275" b="0">
                <a:solidFill>
                  <a:srgbClr val="526773"/>
                </a:solidFill>
                <a:latin typeface="Arial"/>
                <a:ea typeface="Arial"/>
                <a:cs typeface="Arial"/>
              </a:defRPr>
            </a:lvl1pPr>
            <a:lvl2pPr algn="l">
              <a:buNone/>
              <a:defRPr sz="1275" b="0">
                <a:solidFill>
                  <a:srgbClr val="526773"/>
                </a:solidFill>
                <a:latin typeface="Arial"/>
                <a:ea typeface="Arial"/>
                <a:cs typeface="Arial"/>
              </a:defRPr>
            </a:lvl2pPr>
            <a:lvl3pPr algn="l">
              <a:buNone/>
              <a:defRPr sz="1275" b="0">
                <a:solidFill>
                  <a:srgbClr val="526773"/>
                </a:solidFill>
                <a:latin typeface="Arial"/>
                <a:ea typeface="Arial"/>
                <a:cs typeface="Arial"/>
              </a:defRPr>
            </a:lvl3pPr>
            <a:lvl4pPr algn="l">
              <a:buNone/>
              <a:defRPr sz="1275" b="0">
                <a:solidFill>
                  <a:srgbClr val="526773"/>
                </a:solidFill>
                <a:latin typeface="Arial"/>
                <a:ea typeface="Arial"/>
                <a:cs typeface="Arial"/>
              </a:defRPr>
            </a:lvl4pPr>
            <a:lvl5pPr algn="l">
              <a:buNone/>
              <a:defRPr sz="1275" b="0">
                <a:solidFill>
                  <a:srgbClr val="526773"/>
                </a:solidFill>
                <a:latin typeface="Arial"/>
                <a:ea typeface="Arial"/>
                <a:cs typeface="Arial"/>
              </a:defRPr>
            </a:lvl5pPr>
            <a:lvl6pPr algn="l">
              <a:buNone/>
              <a:defRPr sz="1275" b="0">
                <a:solidFill>
                  <a:srgbClr val="526773"/>
                </a:solidFill>
                <a:latin typeface="Arial"/>
                <a:ea typeface="Arial"/>
                <a:cs typeface="Arial"/>
              </a:defRPr>
            </a:lvl6pPr>
            <a:lvl7pPr algn="l">
              <a:buNone/>
              <a:defRPr sz="1275" b="0">
                <a:solidFill>
                  <a:srgbClr val="526773"/>
                </a:solidFill>
                <a:latin typeface="Arial"/>
                <a:ea typeface="Arial"/>
                <a:cs typeface="Arial"/>
              </a:defRPr>
            </a:lvl7pPr>
            <a:lvl8pPr algn="l">
              <a:buNone/>
              <a:defRPr sz="1275" b="0">
                <a:solidFill>
                  <a:srgbClr val="526773"/>
                </a:solidFill>
                <a:latin typeface="Arial"/>
                <a:ea typeface="Arial"/>
                <a:cs typeface="Arial"/>
              </a:defRPr>
            </a:lvl8pPr>
            <a:lvl9pPr algn="l">
              <a:buNone/>
              <a:defRPr sz="1275" b="0">
                <a:solidFill>
                  <a:srgbClr val="526773"/>
                </a:solidFill>
                <a:latin typeface="Arial"/>
                <a:ea typeface="Arial"/>
                <a:cs typeface="Arial"/>
              </a:defRPr>
            </a:lvl9pPr>
          </a:lstStyle>
          <a:p xmlns:a="http://schemas.openxmlformats.org/drawingml/2006/main">
            <a:pPr algn="l">
              <a:buNone/>
              <a:defRPr sz="1275" b="0">
                <a:solidFill>
                  <a:srgbClr val="526773"/>
                </a:solidFill>
                <a:latin typeface="Arial"/>
                <a:ea typeface="Arial"/>
                <a:cs typeface="Arial"/>
              </a:defRPr>
            </a:pPr>
            <a:r>
              <a:rPr sz="1275" b="0">
                <a:solidFill>
                  <a:srgbClr val="526773"/>
                </a:solidFill>
                <a:latin typeface="Arial"/>
                <a:ea typeface="Arial"/>
                <a:cs typeface="Arial"/>
              </a:rPr>
              <a:t>05</a:t>
            </a:r>
          </a:p>
        </p:txBody>
      </p:sp>
      <p:sp>
        <p:nvSpPr>
          <p:cNvPr id="3" name="offline">
            <a:extLst xmlns:a="http://schemas.openxmlformats.org/drawingml/2006/main">
              <a:ext uri="{FF2B5EF4-FFF2-40B4-BE49-F238E27FC236}">
                <a16:creationId xmlns:a16="http://schemas.microsoft.com/office/drawing/2014/main" id="{7125B61E-A16D-434A-BAE1-B762DD89367E}"/>
              </a:ext>
            </a:extLst>
          </p:cNvPr>
          <p:cNvSpPr>
            <a:spLocks xmlns:a="http://schemas.openxmlformats.org/drawingml/2006/main" noGrp="1"/>
          </p:cNvSpPr>
          <p:nvPr/>
        </p:nvSpPr>
        <p:spPr>
          <a:xfrm xmlns:a="http://schemas.openxmlformats.org/drawingml/2006/main">
            <a:off x="657225" y="1419225"/>
            <a:ext cx="5095875"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lstStyle xmlns:a="http://schemas.openxmlformats.org/drawingml/2006/main">
            <a:defPPr algn="l">
              <a:defRPr sz="2550" b="1">
                <a:solidFill>
                  <a:srgbClr val="006F70"/>
                </a:solidFill>
                <a:latin typeface="Arial"/>
                <a:ea typeface="Arial"/>
                <a:cs typeface="Arial"/>
              </a:defRPr>
            </a:defPPr>
            <a:lvl1pPr algn="l">
              <a:buNone/>
              <a:defRPr sz="2550" b="1">
                <a:solidFill>
                  <a:srgbClr val="006F70"/>
                </a:solidFill>
                <a:latin typeface="Arial"/>
                <a:ea typeface="Arial"/>
                <a:cs typeface="Arial"/>
              </a:defRPr>
            </a:lvl1pPr>
            <a:lvl2pPr algn="l">
              <a:buNone/>
              <a:defRPr sz="2550" b="1">
                <a:solidFill>
                  <a:srgbClr val="006F70"/>
                </a:solidFill>
                <a:latin typeface="Arial"/>
                <a:ea typeface="Arial"/>
                <a:cs typeface="Arial"/>
              </a:defRPr>
            </a:lvl2pPr>
            <a:lvl3pPr algn="l">
              <a:buNone/>
              <a:defRPr sz="2550" b="1">
                <a:solidFill>
                  <a:srgbClr val="006F70"/>
                </a:solidFill>
                <a:latin typeface="Arial"/>
                <a:ea typeface="Arial"/>
                <a:cs typeface="Arial"/>
              </a:defRPr>
            </a:lvl3pPr>
            <a:lvl4pPr algn="l">
              <a:buNone/>
              <a:defRPr sz="2550" b="1">
                <a:solidFill>
                  <a:srgbClr val="006F70"/>
                </a:solidFill>
                <a:latin typeface="Arial"/>
                <a:ea typeface="Arial"/>
                <a:cs typeface="Arial"/>
              </a:defRPr>
            </a:lvl4pPr>
            <a:lvl5pPr algn="l">
              <a:buNone/>
              <a:defRPr sz="2550" b="1">
                <a:solidFill>
                  <a:srgbClr val="006F70"/>
                </a:solidFill>
                <a:latin typeface="Arial"/>
                <a:ea typeface="Arial"/>
                <a:cs typeface="Arial"/>
              </a:defRPr>
            </a:lvl5pPr>
            <a:lvl6pPr algn="l">
              <a:buNone/>
              <a:defRPr sz="2550" b="1">
                <a:solidFill>
                  <a:srgbClr val="006F70"/>
                </a:solidFill>
                <a:latin typeface="Arial"/>
                <a:ea typeface="Arial"/>
                <a:cs typeface="Arial"/>
              </a:defRPr>
            </a:lvl6pPr>
            <a:lvl7pPr algn="l">
              <a:buNone/>
              <a:defRPr sz="2550" b="1">
                <a:solidFill>
                  <a:srgbClr val="006F70"/>
                </a:solidFill>
                <a:latin typeface="Arial"/>
                <a:ea typeface="Arial"/>
                <a:cs typeface="Arial"/>
              </a:defRPr>
            </a:lvl7pPr>
            <a:lvl8pPr algn="l">
              <a:buNone/>
              <a:defRPr sz="2550" b="1">
                <a:solidFill>
                  <a:srgbClr val="006F70"/>
                </a:solidFill>
                <a:latin typeface="Arial"/>
                <a:ea typeface="Arial"/>
                <a:cs typeface="Arial"/>
              </a:defRPr>
            </a:lvl8pPr>
            <a:lvl9pPr algn="l">
              <a:buNone/>
              <a:defRPr sz="2550" b="1">
                <a:solidFill>
                  <a:srgbClr val="006F70"/>
                </a:solidFill>
                <a:latin typeface="Arial"/>
                <a:ea typeface="Arial"/>
                <a:cs typeface="Arial"/>
              </a:defRPr>
            </a:lvl9pPr>
          </a:lstStyle>
          <a:p xmlns:a="http://schemas.openxmlformats.org/drawingml/2006/main">
            <a:pPr algn="l">
              <a:buNone/>
              <a:defRPr sz="2550" b="1">
                <a:solidFill>
                  <a:srgbClr val="006F70"/>
                </a:solidFill>
                <a:latin typeface="Arial"/>
                <a:ea typeface="Arial"/>
                <a:cs typeface="Arial"/>
              </a:defRPr>
            </a:pPr>
            <a:r>
              <a:rPr sz="2550" b="1">
                <a:solidFill>
                  <a:srgbClr val="006F70"/>
                </a:solidFill>
                <a:latin typeface="Arial"/>
                <a:ea typeface="Arial"/>
                <a:cs typeface="Arial"/>
              </a:rPr>
              <a:t>Offline render</a:t>
            </a:r>
          </a:p>
        </p:txBody>
      </p:sp>
      <p:sp>
        <p:nvSpPr>
          <p:cNvPr id="4" name="live">
            <a:extLst xmlns:a="http://schemas.openxmlformats.org/drawingml/2006/main">
              <a:ext uri="{FF2B5EF4-FFF2-40B4-BE49-F238E27FC236}">
                <a16:creationId xmlns:a16="http://schemas.microsoft.com/office/drawing/2014/main" id="{864DEE9C-22CE-41E3-9224-75E4373C4A39}"/>
              </a:ext>
            </a:extLst>
          </p:cNvPr>
          <p:cNvSpPr>
            <a:spLocks xmlns:a="http://schemas.openxmlformats.org/drawingml/2006/main" noGrp="1"/>
          </p:cNvSpPr>
          <p:nvPr/>
        </p:nvSpPr>
        <p:spPr>
          <a:xfrm xmlns:a="http://schemas.openxmlformats.org/drawingml/2006/main">
            <a:off x="6477000" y="1419225"/>
            <a:ext cx="504825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lstStyle xmlns:a="http://schemas.openxmlformats.org/drawingml/2006/main">
            <a:defPPr algn="l">
              <a:defRPr sz="2550" b="1">
                <a:solidFill>
                  <a:srgbClr val="006F70"/>
                </a:solidFill>
                <a:latin typeface="Arial"/>
                <a:ea typeface="Arial"/>
                <a:cs typeface="Arial"/>
              </a:defRPr>
            </a:defPPr>
            <a:lvl1pPr algn="l">
              <a:buNone/>
              <a:defRPr sz="2550" b="1">
                <a:solidFill>
                  <a:srgbClr val="006F70"/>
                </a:solidFill>
                <a:latin typeface="Arial"/>
                <a:ea typeface="Arial"/>
                <a:cs typeface="Arial"/>
              </a:defRPr>
            </a:lvl1pPr>
            <a:lvl2pPr algn="l">
              <a:buNone/>
              <a:defRPr sz="2550" b="1">
                <a:solidFill>
                  <a:srgbClr val="006F70"/>
                </a:solidFill>
                <a:latin typeface="Arial"/>
                <a:ea typeface="Arial"/>
                <a:cs typeface="Arial"/>
              </a:defRPr>
            </a:lvl2pPr>
            <a:lvl3pPr algn="l">
              <a:buNone/>
              <a:defRPr sz="2550" b="1">
                <a:solidFill>
                  <a:srgbClr val="006F70"/>
                </a:solidFill>
                <a:latin typeface="Arial"/>
                <a:ea typeface="Arial"/>
                <a:cs typeface="Arial"/>
              </a:defRPr>
            </a:lvl3pPr>
            <a:lvl4pPr algn="l">
              <a:buNone/>
              <a:defRPr sz="2550" b="1">
                <a:solidFill>
                  <a:srgbClr val="006F70"/>
                </a:solidFill>
                <a:latin typeface="Arial"/>
                <a:ea typeface="Arial"/>
                <a:cs typeface="Arial"/>
              </a:defRPr>
            </a:lvl4pPr>
            <a:lvl5pPr algn="l">
              <a:buNone/>
              <a:defRPr sz="2550" b="1">
                <a:solidFill>
                  <a:srgbClr val="006F70"/>
                </a:solidFill>
                <a:latin typeface="Arial"/>
                <a:ea typeface="Arial"/>
                <a:cs typeface="Arial"/>
              </a:defRPr>
            </a:lvl5pPr>
            <a:lvl6pPr algn="l">
              <a:buNone/>
              <a:defRPr sz="2550" b="1">
                <a:solidFill>
                  <a:srgbClr val="006F70"/>
                </a:solidFill>
                <a:latin typeface="Arial"/>
                <a:ea typeface="Arial"/>
                <a:cs typeface="Arial"/>
              </a:defRPr>
            </a:lvl6pPr>
            <a:lvl7pPr algn="l">
              <a:buNone/>
              <a:defRPr sz="2550" b="1">
                <a:solidFill>
                  <a:srgbClr val="006F70"/>
                </a:solidFill>
                <a:latin typeface="Arial"/>
                <a:ea typeface="Arial"/>
                <a:cs typeface="Arial"/>
              </a:defRPr>
            </a:lvl7pPr>
            <a:lvl8pPr algn="l">
              <a:buNone/>
              <a:defRPr sz="2550" b="1">
                <a:solidFill>
                  <a:srgbClr val="006F70"/>
                </a:solidFill>
                <a:latin typeface="Arial"/>
                <a:ea typeface="Arial"/>
                <a:cs typeface="Arial"/>
              </a:defRPr>
            </a:lvl8pPr>
            <a:lvl9pPr algn="l">
              <a:buNone/>
              <a:defRPr sz="2550" b="1">
                <a:solidFill>
                  <a:srgbClr val="006F70"/>
                </a:solidFill>
                <a:latin typeface="Arial"/>
                <a:ea typeface="Arial"/>
                <a:cs typeface="Arial"/>
              </a:defRPr>
            </a:lvl9pPr>
          </a:lstStyle>
          <a:p xmlns:a="http://schemas.openxmlformats.org/drawingml/2006/main">
            <a:pPr algn="l">
              <a:buNone/>
              <a:defRPr sz="2550" b="1">
                <a:solidFill>
                  <a:srgbClr val="006F70"/>
                </a:solidFill>
                <a:latin typeface="Arial"/>
                <a:ea typeface="Arial"/>
                <a:cs typeface="Arial"/>
              </a:defRPr>
            </a:pPr>
            <a:r>
              <a:rPr sz="2550" b="1">
                <a:solidFill>
                  <a:srgbClr val="006F70"/>
                </a:solidFill>
                <a:latin typeface="Arial"/>
                <a:ea typeface="Arial"/>
                <a:cs typeface="Arial"/>
              </a:rPr>
              <a:t>Interactive or live</a:t>
            </a:r>
          </a:p>
        </p:txBody>
      </p:sp>
      <p:sp>
        <p:nvSpPr>
          <p:cNvPr id="5" name="time-split">
            <a:extLst xmlns:a="http://schemas.openxmlformats.org/drawingml/2006/main">
              <a:ext uri="{FF2B5EF4-FFF2-40B4-BE49-F238E27FC236}">
                <a16:creationId xmlns:a16="http://schemas.microsoft.com/office/drawing/2014/main" id="{3C1168DD-7278-4229-86BF-C766B25F5A0D}"/>
              </a:ext>
            </a:extLst>
          </p:cNvPr>
          <p:cNvSpPr>
            <a:spLocks xmlns:a="http://schemas.openxmlformats.org/drawingml/2006/main" noGrp="1"/>
          </p:cNvSpPr>
          <p:nvPr/>
        </p:nvSpPr>
        <p:spPr>
          <a:xfrm xmlns:a="http://schemas.openxmlformats.org/drawingml/2006/main">
            <a:off x="6000750" y="1428750"/>
            <a:ext cx="0" cy="4133850"/>
          </a:xfrm>
          <a:prstGeom xmlns:a="http://schemas.openxmlformats.org/drawingml/2006/main" prst="line">
            <a:avLst/>
          </a:prstGeom>
          <a:noFill xmlns:a="http://schemas.openxmlformats.org/drawingml/2006/main"/>
          <a:ln xmlns:a="http://schemas.openxmlformats.org/drawingml/2006/main" w="14288">
            <a:solidFill>
              <a:srgbClr val="A8BAC5"/>
            </a:solidFill>
            <a:prstDash val="solid"/>
          </a:ln>
        </p:spPr>
      </p:sp>
      <p:sp>
        <p:nvSpPr>
          <p:cNvPr id="6" name="offline-formula">
            <a:extLst xmlns:a="http://schemas.openxmlformats.org/drawingml/2006/main">
              <a:ext uri="{FF2B5EF4-FFF2-40B4-BE49-F238E27FC236}">
                <a16:creationId xmlns:a16="http://schemas.microsoft.com/office/drawing/2014/main" id="{C73A3C5F-FCDC-4A34-8DFC-BF7BD621D5F7}"/>
              </a:ext>
            </a:extLst>
          </p:cNvPr>
          <p:cNvSpPr>
            <a:spLocks xmlns:a="http://schemas.openxmlformats.org/drawingml/2006/main" noGrp="1"/>
          </p:cNvSpPr>
          <p:nvPr/>
        </p:nvSpPr>
        <p:spPr>
          <a:xfrm xmlns:a="http://schemas.openxmlformats.org/drawingml/2006/main">
            <a:off x="657225" y="2305050"/>
            <a:ext cx="5095875"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lstStyle xmlns:a="http://schemas.openxmlformats.org/drawingml/2006/main">
            <a:defPPr algn="l">
              <a:defRPr sz="2850" b="1">
                <a:solidFill>
                  <a:srgbClr val="16242B"/>
                </a:solidFill>
                <a:latin typeface="Arial"/>
                <a:ea typeface="Arial"/>
                <a:cs typeface="Arial"/>
              </a:defRPr>
            </a:defPPr>
            <a:lvl1pPr algn="l">
              <a:buNone/>
              <a:defRPr sz="2850" b="1">
                <a:solidFill>
                  <a:srgbClr val="16242B"/>
                </a:solidFill>
                <a:latin typeface="Arial"/>
                <a:ea typeface="Arial"/>
                <a:cs typeface="Arial"/>
              </a:defRPr>
            </a:lvl1pPr>
            <a:lvl2pPr algn="l">
              <a:buNone/>
              <a:defRPr sz="2850" b="1">
                <a:solidFill>
                  <a:srgbClr val="16242B"/>
                </a:solidFill>
                <a:latin typeface="Arial"/>
                <a:ea typeface="Arial"/>
                <a:cs typeface="Arial"/>
              </a:defRPr>
            </a:lvl2pPr>
            <a:lvl3pPr algn="l">
              <a:buNone/>
              <a:defRPr sz="2850" b="1">
                <a:solidFill>
                  <a:srgbClr val="16242B"/>
                </a:solidFill>
                <a:latin typeface="Arial"/>
                <a:ea typeface="Arial"/>
                <a:cs typeface="Arial"/>
              </a:defRPr>
            </a:lvl3pPr>
            <a:lvl4pPr algn="l">
              <a:buNone/>
              <a:defRPr sz="2850" b="1">
                <a:solidFill>
                  <a:srgbClr val="16242B"/>
                </a:solidFill>
                <a:latin typeface="Arial"/>
                <a:ea typeface="Arial"/>
                <a:cs typeface="Arial"/>
              </a:defRPr>
            </a:lvl4pPr>
            <a:lvl5pPr algn="l">
              <a:buNone/>
              <a:defRPr sz="2850" b="1">
                <a:solidFill>
                  <a:srgbClr val="16242B"/>
                </a:solidFill>
                <a:latin typeface="Arial"/>
                <a:ea typeface="Arial"/>
                <a:cs typeface="Arial"/>
              </a:defRPr>
            </a:lvl5pPr>
            <a:lvl6pPr algn="l">
              <a:buNone/>
              <a:defRPr sz="2850" b="1">
                <a:solidFill>
                  <a:srgbClr val="16242B"/>
                </a:solidFill>
                <a:latin typeface="Arial"/>
                <a:ea typeface="Arial"/>
                <a:cs typeface="Arial"/>
              </a:defRPr>
            </a:lvl6pPr>
            <a:lvl7pPr algn="l">
              <a:buNone/>
              <a:defRPr sz="2850" b="1">
                <a:solidFill>
                  <a:srgbClr val="16242B"/>
                </a:solidFill>
                <a:latin typeface="Arial"/>
                <a:ea typeface="Arial"/>
                <a:cs typeface="Arial"/>
              </a:defRPr>
            </a:lvl7pPr>
            <a:lvl8pPr algn="l">
              <a:buNone/>
              <a:defRPr sz="2850" b="1">
                <a:solidFill>
                  <a:srgbClr val="16242B"/>
                </a:solidFill>
                <a:latin typeface="Arial"/>
                <a:ea typeface="Arial"/>
                <a:cs typeface="Arial"/>
              </a:defRPr>
            </a:lvl8pPr>
            <a:lvl9pPr algn="l">
              <a:buNone/>
              <a:defRPr sz="2850" b="1">
                <a:solidFill>
                  <a:srgbClr val="16242B"/>
                </a:solidFill>
                <a:latin typeface="Arial"/>
                <a:ea typeface="Arial"/>
                <a:cs typeface="Arial"/>
              </a:defRPr>
            </a:lvl9pPr>
          </a:lstStyle>
          <a:p xmlns:a="http://schemas.openxmlformats.org/drawingml/2006/main">
            <a:pPr algn="l">
              <a:buNone/>
              <a:defRPr sz="2850" b="1">
                <a:solidFill>
                  <a:srgbClr val="16242B"/>
                </a:solidFill>
                <a:latin typeface="Arial"/>
                <a:ea typeface="Arial"/>
                <a:cs typeface="Arial"/>
              </a:defRPr>
            </a:pPr>
            <a:r>
              <a:rPr sz="2850" b="1">
                <a:solidFill>
                  <a:srgbClr val="16242B"/>
                </a:solidFill>
                <a:latin typeface="Arial"/>
                <a:ea typeface="Arial"/>
                <a:cs typeface="Arial"/>
              </a:rPr>
              <a:t>Frame + declared inputs</a:t>
            </a:r>
          </a:p>
        </p:txBody>
      </p:sp>
      <p:sp>
        <p:nvSpPr>
          <p:cNvPr id="7" name="live-formula">
            <a:extLst xmlns:a="http://schemas.openxmlformats.org/drawingml/2006/main">
              <a:ext uri="{FF2B5EF4-FFF2-40B4-BE49-F238E27FC236}">
                <a16:creationId xmlns:a16="http://schemas.microsoft.com/office/drawing/2014/main" id="{FDA664A2-D8E3-4416-B4D2-FAB6E27B1CF0}"/>
              </a:ext>
            </a:extLst>
          </p:cNvPr>
          <p:cNvSpPr>
            <a:spLocks xmlns:a="http://schemas.openxmlformats.org/drawingml/2006/main" noGrp="1"/>
          </p:cNvSpPr>
          <p:nvPr/>
        </p:nvSpPr>
        <p:spPr>
          <a:xfrm xmlns:a="http://schemas.openxmlformats.org/drawingml/2006/main">
            <a:off x="6477000" y="2305050"/>
            <a:ext cx="504825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lstStyle xmlns:a="http://schemas.openxmlformats.org/drawingml/2006/main">
            <a:defPPr algn="l">
              <a:defRPr sz="2550" b="1">
                <a:solidFill>
                  <a:srgbClr val="16242B"/>
                </a:solidFill>
                <a:latin typeface="Arial"/>
                <a:ea typeface="Arial"/>
                <a:cs typeface="Arial"/>
              </a:defRPr>
            </a:defPPr>
            <a:lvl1pPr algn="l">
              <a:buNone/>
              <a:defRPr sz="2550" b="1">
                <a:solidFill>
                  <a:srgbClr val="16242B"/>
                </a:solidFill>
                <a:latin typeface="Arial"/>
                <a:ea typeface="Arial"/>
                <a:cs typeface="Arial"/>
              </a:defRPr>
            </a:lvl1pPr>
            <a:lvl2pPr algn="l">
              <a:buNone/>
              <a:defRPr sz="2550" b="1">
                <a:solidFill>
                  <a:srgbClr val="16242B"/>
                </a:solidFill>
                <a:latin typeface="Arial"/>
                <a:ea typeface="Arial"/>
                <a:cs typeface="Arial"/>
              </a:defRPr>
            </a:lvl2pPr>
            <a:lvl3pPr algn="l">
              <a:buNone/>
              <a:defRPr sz="2550" b="1">
                <a:solidFill>
                  <a:srgbClr val="16242B"/>
                </a:solidFill>
                <a:latin typeface="Arial"/>
                <a:ea typeface="Arial"/>
                <a:cs typeface="Arial"/>
              </a:defRPr>
            </a:lvl3pPr>
            <a:lvl4pPr algn="l">
              <a:buNone/>
              <a:defRPr sz="2550" b="1">
                <a:solidFill>
                  <a:srgbClr val="16242B"/>
                </a:solidFill>
                <a:latin typeface="Arial"/>
                <a:ea typeface="Arial"/>
                <a:cs typeface="Arial"/>
              </a:defRPr>
            </a:lvl4pPr>
            <a:lvl5pPr algn="l">
              <a:buNone/>
              <a:defRPr sz="2550" b="1">
                <a:solidFill>
                  <a:srgbClr val="16242B"/>
                </a:solidFill>
                <a:latin typeface="Arial"/>
                <a:ea typeface="Arial"/>
                <a:cs typeface="Arial"/>
              </a:defRPr>
            </a:lvl5pPr>
            <a:lvl6pPr algn="l">
              <a:buNone/>
              <a:defRPr sz="2550" b="1">
                <a:solidFill>
                  <a:srgbClr val="16242B"/>
                </a:solidFill>
                <a:latin typeface="Arial"/>
                <a:ea typeface="Arial"/>
                <a:cs typeface="Arial"/>
              </a:defRPr>
            </a:lvl6pPr>
            <a:lvl7pPr algn="l">
              <a:buNone/>
              <a:defRPr sz="2550" b="1">
                <a:solidFill>
                  <a:srgbClr val="16242B"/>
                </a:solidFill>
                <a:latin typeface="Arial"/>
                <a:ea typeface="Arial"/>
                <a:cs typeface="Arial"/>
              </a:defRPr>
            </a:lvl7pPr>
            <a:lvl8pPr algn="l">
              <a:buNone/>
              <a:defRPr sz="2550" b="1">
                <a:solidFill>
                  <a:srgbClr val="16242B"/>
                </a:solidFill>
                <a:latin typeface="Arial"/>
                <a:ea typeface="Arial"/>
                <a:cs typeface="Arial"/>
              </a:defRPr>
            </a:lvl8pPr>
            <a:lvl9pPr algn="l">
              <a:buNone/>
              <a:defRPr sz="2550" b="1">
                <a:solidFill>
                  <a:srgbClr val="16242B"/>
                </a:solidFill>
                <a:latin typeface="Arial"/>
                <a:ea typeface="Arial"/>
                <a:cs typeface="Arial"/>
              </a:defRPr>
            </a:lvl9pPr>
          </a:lstStyle>
          <a:p xmlns:a="http://schemas.openxmlformats.org/drawingml/2006/main">
            <a:pPr algn="l">
              <a:buNone/>
              <a:defRPr sz="2550" b="1">
                <a:solidFill>
                  <a:srgbClr val="16242B"/>
                </a:solidFill>
                <a:latin typeface="Arial"/>
                <a:ea typeface="Arial"/>
                <a:cs typeface="Arial"/>
              </a:defRPr>
            </a:pPr>
            <a:r>
              <a:rPr sz="2550" b="1">
                <a:solidFill>
                  <a:srgbClr val="16242B"/>
                </a:solidFill>
                <a:latin typeface="Arial"/>
                <a:ea typeface="Arial"/>
                <a:cs typeface="Arial"/>
              </a:rPr>
              <a:t>Events + current state</a:t>
            </a:r>
          </a:p>
        </p:txBody>
      </p:sp>
      <p:sp>
        <p:nvSpPr>
          <p:cNvPr id="8" name="offline-body">
            <a:extLst xmlns:a="http://schemas.openxmlformats.org/drawingml/2006/main">
              <a:ext uri="{FF2B5EF4-FFF2-40B4-BE49-F238E27FC236}">
                <a16:creationId xmlns:a16="http://schemas.microsoft.com/office/drawing/2014/main" id="{B956C242-76B3-43DB-8D0D-19CA2676B014}"/>
              </a:ext>
            </a:extLst>
          </p:cNvPr>
          <p:cNvSpPr>
            <a:spLocks xmlns:a="http://schemas.openxmlformats.org/drawingml/2006/main" noGrp="1"/>
          </p:cNvSpPr>
          <p:nvPr/>
        </p:nvSpPr>
        <p:spPr>
          <a:xfrm xmlns:a="http://schemas.openxmlformats.org/drawingml/2006/main">
            <a:off x="657225" y="3248025"/>
            <a:ext cx="5095875" cy="1752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lstStyle xmlns:a="http://schemas.openxmlformats.org/drawingml/2006/main">
            <a:defPPr algn="l">
              <a:defRPr sz="2025" b="0">
                <a:solidFill>
                  <a:srgbClr val="526773"/>
                </a:solidFill>
                <a:latin typeface="Arial"/>
                <a:ea typeface="Arial"/>
                <a:cs typeface="Arial"/>
              </a:defRPr>
            </a:defPPr>
            <a:lvl1pPr algn="l">
              <a:buNone/>
              <a:defRPr sz="2025" b="0">
                <a:solidFill>
                  <a:srgbClr val="526773"/>
                </a:solidFill>
                <a:latin typeface="Arial"/>
                <a:ea typeface="Arial"/>
                <a:cs typeface="Arial"/>
              </a:defRPr>
            </a:lvl1pPr>
            <a:lvl2pPr algn="l">
              <a:buNone/>
              <a:defRPr sz="2025" b="0">
                <a:solidFill>
                  <a:srgbClr val="526773"/>
                </a:solidFill>
                <a:latin typeface="Arial"/>
                <a:ea typeface="Arial"/>
                <a:cs typeface="Arial"/>
              </a:defRPr>
            </a:lvl2pPr>
            <a:lvl3pPr algn="l">
              <a:buNone/>
              <a:defRPr sz="2025" b="0">
                <a:solidFill>
                  <a:srgbClr val="526773"/>
                </a:solidFill>
                <a:latin typeface="Arial"/>
                <a:ea typeface="Arial"/>
                <a:cs typeface="Arial"/>
              </a:defRPr>
            </a:lvl3pPr>
            <a:lvl4pPr algn="l">
              <a:buNone/>
              <a:defRPr sz="2025" b="0">
                <a:solidFill>
                  <a:srgbClr val="526773"/>
                </a:solidFill>
                <a:latin typeface="Arial"/>
                <a:ea typeface="Arial"/>
                <a:cs typeface="Arial"/>
              </a:defRPr>
            </a:lvl4pPr>
            <a:lvl5pPr algn="l">
              <a:buNone/>
              <a:defRPr sz="2025" b="0">
                <a:solidFill>
                  <a:srgbClr val="526773"/>
                </a:solidFill>
                <a:latin typeface="Arial"/>
                <a:ea typeface="Arial"/>
                <a:cs typeface="Arial"/>
              </a:defRPr>
            </a:lvl5pPr>
            <a:lvl6pPr algn="l">
              <a:buNone/>
              <a:defRPr sz="2025" b="0">
                <a:solidFill>
                  <a:srgbClr val="526773"/>
                </a:solidFill>
                <a:latin typeface="Arial"/>
                <a:ea typeface="Arial"/>
                <a:cs typeface="Arial"/>
              </a:defRPr>
            </a:lvl6pPr>
            <a:lvl7pPr algn="l">
              <a:buNone/>
              <a:defRPr sz="2025" b="0">
                <a:solidFill>
                  <a:srgbClr val="526773"/>
                </a:solidFill>
                <a:latin typeface="Arial"/>
                <a:ea typeface="Arial"/>
                <a:cs typeface="Arial"/>
              </a:defRPr>
            </a:lvl7pPr>
            <a:lvl8pPr algn="l">
              <a:buNone/>
              <a:defRPr sz="2025" b="0">
                <a:solidFill>
                  <a:srgbClr val="526773"/>
                </a:solidFill>
                <a:latin typeface="Arial"/>
                <a:ea typeface="Arial"/>
                <a:cs typeface="Arial"/>
              </a:defRPr>
            </a:lvl8pPr>
            <a:lvl9pPr algn="l">
              <a:buNone/>
              <a:defRPr sz="2025" b="0">
                <a:solidFill>
                  <a:srgbClr val="526773"/>
                </a:solidFill>
                <a:latin typeface="Arial"/>
                <a:ea typeface="Arial"/>
                <a:cs typeface="Arial"/>
              </a:defRPr>
            </a:lvl9pPr>
          </a:lstStyle>
          <a:p xmlns:a="http://schemas.openxmlformats.org/drawingml/2006/main">
            <a:pPr algn="l">
              <a:buNone/>
              <a:defRPr sz="2025" b="0">
                <a:solidFill>
                  <a:srgbClr val="526773"/>
                </a:solidFill>
                <a:latin typeface="Arial"/>
                <a:ea typeface="Arial"/>
                <a:cs typeface="Arial"/>
              </a:defRPr>
            </a:pPr>
            <a:r>
              <a:rPr sz="2025" b="0">
                <a:solidFill>
                  <a:srgbClr val="526773"/>
                </a:solidFill>
                <a:latin typeface="Arial"/>
                <a:ea typeface="Arial"/>
                <a:cs typeface="Arial"/>
              </a:rPr>
              <a:t>Evaluate any requested time.</a:t>
            </a:r>
          </a:p>
          <a:p xmlns:a="http://schemas.openxmlformats.org/drawingml/2006/main">
            <a:pPr algn="l">
              <a:buNone/>
              <a:defRPr sz="2025" b="0">
                <a:solidFill>
                  <a:srgbClr val="526773"/>
                </a:solidFill>
                <a:latin typeface="Arial"/>
                <a:ea typeface="Arial"/>
                <a:cs typeface="Arial"/>
              </a:defRPr>
            </a:pPr>
            <a:r>
              <a:rPr sz="2025" b="0">
                <a:solidFill>
                  <a:srgbClr val="526773"/>
                </a:solidFill>
                <a:latin typeface="Arial"/>
                <a:ea typeface="Arial"/>
                <a:cs typeface="Arial"/>
              </a:rPr>
              <a:t>Bake simulations when needed.</a:t>
            </a:r>
          </a:p>
          <a:p xmlns:a="http://schemas.openxmlformats.org/drawingml/2006/main">
            <a:pPr algn="l">
              <a:buNone/>
              <a:defRPr sz="2025" b="0">
                <a:solidFill>
                  <a:srgbClr val="526773"/>
                </a:solidFill>
                <a:latin typeface="Arial"/>
                <a:ea typeface="Arial"/>
                <a:cs typeface="Arial"/>
              </a:defRPr>
            </a:pPr>
            <a:r>
              <a:rPr sz="2025" b="0">
                <a:solidFill>
                  <a:srgbClr val="526773"/>
                </a:solidFill>
                <a:latin typeface="Arial"/>
                <a:ea typeface="Arial"/>
                <a:cs typeface="Arial"/>
              </a:rPr>
              <a:t>Wait for media and fonts.</a:t>
            </a:r>
          </a:p>
          <a:p xmlns:a="http://schemas.openxmlformats.org/drawingml/2006/main">
            <a:pPr algn="l">
              <a:buNone/>
              <a:defRPr sz="2025" b="0">
                <a:solidFill>
                  <a:srgbClr val="526773"/>
                </a:solidFill>
                <a:latin typeface="Arial"/>
                <a:ea typeface="Arial"/>
                <a:cs typeface="Arial"/>
              </a:defRPr>
            </a:pPr>
            <a:r>
              <a:rPr sz="2025" b="0">
                <a:solidFill>
                  <a:srgbClr val="526773"/>
                </a:solidFill>
                <a:latin typeface="Arial"/>
                <a:ea typeface="Arial"/>
                <a:cs typeface="Arial"/>
              </a:rPr>
              <a:t>Check cues and shuffled seeks.</a:t>
            </a:r>
          </a:p>
        </p:txBody>
      </p:sp>
      <p:sp>
        <p:nvSpPr>
          <p:cNvPr id="9" name="live-body">
            <a:extLst xmlns:a="http://schemas.openxmlformats.org/drawingml/2006/main">
              <a:ext uri="{FF2B5EF4-FFF2-40B4-BE49-F238E27FC236}">
                <a16:creationId xmlns:a16="http://schemas.microsoft.com/office/drawing/2014/main" id="{AD7FB1DF-1EE7-4CF2-9A17-68488E1B76ED}"/>
              </a:ext>
            </a:extLst>
          </p:cNvPr>
          <p:cNvSpPr>
            <a:spLocks xmlns:a="http://schemas.openxmlformats.org/drawingml/2006/main" noGrp="1"/>
          </p:cNvSpPr>
          <p:nvPr/>
        </p:nvSpPr>
        <p:spPr>
          <a:xfrm xmlns:a="http://schemas.openxmlformats.org/drawingml/2006/main">
            <a:off x="6477000" y="3248025"/>
            <a:ext cx="5048250" cy="1752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lstStyle xmlns:a="http://schemas.openxmlformats.org/drawingml/2006/main">
            <a:defPPr algn="l">
              <a:defRPr sz="2025" b="0">
                <a:solidFill>
                  <a:srgbClr val="526773"/>
                </a:solidFill>
                <a:latin typeface="Arial"/>
                <a:ea typeface="Arial"/>
                <a:cs typeface="Arial"/>
              </a:defRPr>
            </a:defPPr>
            <a:lvl1pPr algn="l">
              <a:buNone/>
              <a:defRPr sz="2025" b="0">
                <a:solidFill>
                  <a:srgbClr val="526773"/>
                </a:solidFill>
                <a:latin typeface="Arial"/>
                <a:ea typeface="Arial"/>
                <a:cs typeface="Arial"/>
              </a:defRPr>
            </a:lvl1pPr>
            <a:lvl2pPr algn="l">
              <a:buNone/>
              <a:defRPr sz="2025" b="0">
                <a:solidFill>
                  <a:srgbClr val="526773"/>
                </a:solidFill>
                <a:latin typeface="Arial"/>
                <a:ea typeface="Arial"/>
                <a:cs typeface="Arial"/>
              </a:defRPr>
            </a:lvl2pPr>
            <a:lvl3pPr algn="l">
              <a:buNone/>
              <a:defRPr sz="2025" b="0">
                <a:solidFill>
                  <a:srgbClr val="526773"/>
                </a:solidFill>
                <a:latin typeface="Arial"/>
                <a:ea typeface="Arial"/>
                <a:cs typeface="Arial"/>
              </a:defRPr>
            </a:lvl3pPr>
            <a:lvl4pPr algn="l">
              <a:buNone/>
              <a:defRPr sz="2025" b="0">
                <a:solidFill>
                  <a:srgbClr val="526773"/>
                </a:solidFill>
                <a:latin typeface="Arial"/>
                <a:ea typeface="Arial"/>
                <a:cs typeface="Arial"/>
              </a:defRPr>
            </a:lvl4pPr>
            <a:lvl5pPr algn="l">
              <a:buNone/>
              <a:defRPr sz="2025" b="0">
                <a:solidFill>
                  <a:srgbClr val="526773"/>
                </a:solidFill>
                <a:latin typeface="Arial"/>
                <a:ea typeface="Arial"/>
                <a:cs typeface="Arial"/>
              </a:defRPr>
            </a:lvl5pPr>
            <a:lvl6pPr algn="l">
              <a:buNone/>
              <a:defRPr sz="2025" b="0">
                <a:solidFill>
                  <a:srgbClr val="526773"/>
                </a:solidFill>
                <a:latin typeface="Arial"/>
                <a:ea typeface="Arial"/>
                <a:cs typeface="Arial"/>
              </a:defRPr>
            </a:lvl6pPr>
            <a:lvl7pPr algn="l">
              <a:buNone/>
              <a:defRPr sz="2025" b="0">
                <a:solidFill>
                  <a:srgbClr val="526773"/>
                </a:solidFill>
                <a:latin typeface="Arial"/>
                <a:ea typeface="Arial"/>
                <a:cs typeface="Arial"/>
              </a:defRPr>
            </a:lvl7pPr>
            <a:lvl8pPr algn="l">
              <a:buNone/>
              <a:defRPr sz="2025" b="0">
                <a:solidFill>
                  <a:srgbClr val="526773"/>
                </a:solidFill>
                <a:latin typeface="Arial"/>
                <a:ea typeface="Arial"/>
                <a:cs typeface="Arial"/>
              </a:defRPr>
            </a:lvl8pPr>
            <a:lvl9pPr algn="l">
              <a:buNone/>
              <a:defRPr sz="2025" b="0">
                <a:solidFill>
                  <a:srgbClr val="526773"/>
                </a:solidFill>
                <a:latin typeface="Arial"/>
                <a:ea typeface="Arial"/>
                <a:cs typeface="Arial"/>
              </a:defRPr>
            </a:lvl9pPr>
          </a:lstStyle>
          <a:p xmlns:a="http://schemas.openxmlformats.org/drawingml/2006/main">
            <a:pPr algn="l">
              <a:buNone/>
              <a:defRPr sz="2025" b="0">
                <a:solidFill>
                  <a:srgbClr val="526773"/>
                </a:solidFill>
                <a:latin typeface="Arial"/>
                <a:ea typeface="Arial"/>
                <a:cs typeface="Arial"/>
              </a:defRPr>
            </a:pPr>
            <a:r>
              <a:rPr sz="2025" b="0">
                <a:solidFill>
                  <a:srgbClr val="526773"/>
                </a:solidFill>
                <a:latin typeface="Arial"/>
                <a:ea typeface="Arial"/>
                <a:cs typeface="Arial"/>
              </a:rPr>
              <a:t>Define pause, reset and replay.</a:t>
            </a:r>
          </a:p>
          <a:p xmlns:a="http://schemas.openxmlformats.org/drawingml/2006/main">
            <a:pPr algn="l">
              <a:buNone/>
              <a:defRPr sz="2025" b="0">
                <a:solidFill>
                  <a:srgbClr val="526773"/>
                </a:solidFill>
                <a:latin typeface="Arial"/>
                <a:ea typeface="Arial"/>
                <a:cs typeface="Arial"/>
              </a:defRPr>
            </a:pPr>
            <a:r>
              <a:rPr sz="2025" b="0">
                <a:solidFill>
                  <a:srgbClr val="526773"/>
                </a:solidFill>
                <a:latin typeface="Arial"/>
                <a:ea typeface="Arial"/>
                <a:cs typeface="Arial"/>
              </a:rPr>
              <a:t>Retain inputs needed for replay.</a:t>
            </a:r>
          </a:p>
          <a:p xmlns:a="http://schemas.openxmlformats.org/drawingml/2006/main">
            <a:pPr algn="l">
              <a:buNone/>
              <a:defRPr sz="2025" b="0">
                <a:solidFill>
                  <a:srgbClr val="526773"/>
                </a:solidFill>
                <a:latin typeface="Arial"/>
                <a:ea typeface="Arial"/>
                <a:cs typeface="Arial"/>
              </a:defRPr>
            </a:pPr>
            <a:r>
              <a:rPr sz="2025" b="0">
                <a:solidFill>
                  <a:srgbClr val="526773"/>
                </a:solidFill>
                <a:latin typeface="Arial"/>
                <a:ea typeface="Arial"/>
                <a:cs typeface="Arial"/>
              </a:rPr>
              <a:t>Bound ongoing work and memory.</a:t>
            </a:r>
          </a:p>
          <a:p xmlns:a="http://schemas.openxmlformats.org/drawingml/2006/main">
            <a:pPr algn="l">
              <a:buNone/>
              <a:defRPr sz="2025" b="0">
                <a:solidFill>
                  <a:srgbClr val="526773"/>
                </a:solidFill>
                <a:latin typeface="Arial"/>
                <a:ea typeface="Arial"/>
                <a:cs typeface="Arial"/>
              </a:defRPr>
            </a:pPr>
            <a:r>
              <a:rPr sz="2025" b="0">
                <a:solidFill>
                  <a:srgbClr val="526773"/>
                </a:solidFill>
                <a:latin typeface="Arial"/>
                <a:ea typeface="Arial"/>
                <a:cs typeface="Arial"/>
              </a:rPr>
              <a:t>Respect motion controls as needed.</a:t>
            </a:r>
          </a:p>
        </p:txBody>
      </p:sp>
      <p:sp>
        <p:nvSpPr>
          <p:cNvPr id="10" name="time-note">
            <a:extLst xmlns:a="http://schemas.openxmlformats.org/drawingml/2006/main">
              <a:ext uri="{FF2B5EF4-FFF2-40B4-BE49-F238E27FC236}">
                <a16:creationId xmlns:a16="http://schemas.microsoft.com/office/drawing/2014/main" id="{A39EAC84-A2AC-42B1-A6E7-122D332DF0BE}"/>
              </a:ext>
            </a:extLst>
          </p:cNvPr>
          <p:cNvSpPr>
            <a:spLocks xmlns:a="http://schemas.openxmlformats.org/drawingml/2006/main" noGrp="1"/>
          </p:cNvSpPr>
          <p:nvPr/>
        </p:nvSpPr>
        <p:spPr>
          <a:xfrm xmlns:a="http://schemas.openxmlformats.org/drawingml/2006/main">
            <a:off x="657225" y="5610225"/>
            <a:ext cx="1057275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lstStyle xmlns:a="http://schemas.openxmlformats.org/drawingml/2006/main">
            <a:defPPr algn="l">
              <a:defRPr sz="1875" b="0">
                <a:solidFill>
                  <a:srgbClr val="16242B"/>
                </a:solidFill>
                <a:latin typeface="Arial"/>
                <a:ea typeface="Arial"/>
                <a:cs typeface="Arial"/>
              </a:defRPr>
            </a:defPPr>
            <a:lvl1pPr algn="l">
              <a:buNone/>
              <a:defRPr sz="1875" b="0">
                <a:solidFill>
                  <a:srgbClr val="16242B"/>
                </a:solidFill>
                <a:latin typeface="Arial"/>
                <a:ea typeface="Arial"/>
                <a:cs typeface="Arial"/>
              </a:defRPr>
            </a:lvl1pPr>
            <a:lvl2pPr algn="l">
              <a:buNone/>
              <a:defRPr sz="1875" b="0">
                <a:solidFill>
                  <a:srgbClr val="16242B"/>
                </a:solidFill>
                <a:latin typeface="Arial"/>
                <a:ea typeface="Arial"/>
                <a:cs typeface="Arial"/>
              </a:defRPr>
            </a:lvl2pPr>
            <a:lvl3pPr algn="l">
              <a:buNone/>
              <a:defRPr sz="1875" b="0">
                <a:solidFill>
                  <a:srgbClr val="16242B"/>
                </a:solidFill>
                <a:latin typeface="Arial"/>
                <a:ea typeface="Arial"/>
                <a:cs typeface="Arial"/>
              </a:defRPr>
            </a:lvl3pPr>
            <a:lvl4pPr algn="l">
              <a:buNone/>
              <a:defRPr sz="1875" b="0">
                <a:solidFill>
                  <a:srgbClr val="16242B"/>
                </a:solidFill>
                <a:latin typeface="Arial"/>
                <a:ea typeface="Arial"/>
                <a:cs typeface="Arial"/>
              </a:defRPr>
            </a:lvl4pPr>
            <a:lvl5pPr algn="l">
              <a:buNone/>
              <a:defRPr sz="1875" b="0">
                <a:solidFill>
                  <a:srgbClr val="16242B"/>
                </a:solidFill>
                <a:latin typeface="Arial"/>
                <a:ea typeface="Arial"/>
                <a:cs typeface="Arial"/>
              </a:defRPr>
            </a:lvl5pPr>
            <a:lvl6pPr algn="l">
              <a:buNone/>
              <a:defRPr sz="1875" b="0">
                <a:solidFill>
                  <a:srgbClr val="16242B"/>
                </a:solidFill>
                <a:latin typeface="Arial"/>
                <a:ea typeface="Arial"/>
                <a:cs typeface="Arial"/>
              </a:defRPr>
            </a:lvl6pPr>
            <a:lvl7pPr algn="l">
              <a:buNone/>
              <a:defRPr sz="1875" b="0">
                <a:solidFill>
                  <a:srgbClr val="16242B"/>
                </a:solidFill>
                <a:latin typeface="Arial"/>
                <a:ea typeface="Arial"/>
                <a:cs typeface="Arial"/>
              </a:defRPr>
            </a:lvl7pPr>
            <a:lvl8pPr algn="l">
              <a:buNone/>
              <a:defRPr sz="1875" b="0">
                <a:solidFill>
                  <a:srgbClr val="16242B"/>
                </a:solidFill>
                <a:latin typeface="Arial"/>
                <a:ea typeface="Arial"/>
                <a:cs typeface="Arial"/>
              </a:defRPr>
            </a:lvl8pPr>
            <a:lvl9pPr algn="l">
              <a:buNone/>
              <a:defRPr sz="1875" b="0">
                <a:solidFill>
                  <a:srgbClr val="16242B"/>
                </a:solidFill>
                <a:latin typeface="Arial"/>
                <a:ea typeface="Arial"/>
                <a:cs typeface="Arial"/>
              </a:defRPr>
            </a:lvl9pPr>
          </a:lstStyle>
          <a:p xmlns:a="http://schemas.openxmlformats.org/drawingml/2006/main">
            <a:pPr algn="l">
              <a:buNone/>
              <a:defRPr sz="1875" b="0">
                <a:solidFill>
                  <a:srgbClr val="16242B"/>
                </a:solidFill>
                <a:latin typeface="Arial"/>
                <a:ea typeface="Arial"/>
                <a:cs typeface="Arial"/>
              </a:defRPr>
            </a:pPr>
            <a:r>
              <a:rPr sz="1875" b="0">
                <a:solidFill>
                  <a:srgbClr val="16242B"/>
                </a:solidFill>
                <a:latin typeface="Arial"/>
                <a:ea typeface="Arial"/>
                <a:cs typeface="Arial"/>
              </a:rPr>
              <a:t>Share meaningful cues. Keep global edit time, local shot time and overlap distinct.</a:t>
            </a:r>
          </a:p>
        </p:txBody>
      </p:sp>
    </p:spTree>
    <p:extLst>
      <p:ext uri="{BB962C8B-B14F-4D97-AF65-F5344CB8AC3E}">
        <p14:creationId xmlns:p14="http://schemas.microsoft.com/office/powerpoint/2010/main" val="451137346"/>
      </p:ext>
    </p:extLst>
  </p:cSld>
</p:sld>
</file>

<file path=ppt/slides/slide6.xml><?xml version="1.0" encoding="utf-8"?>
<p:sld xmlns:p="http://schemas.openxmlformats.org/presentationml/2006/main">
  <p:cSld>
    <p:bg>
      <p:bgPr>
        <a:solidFill xmlns:a="http://schemas.openxmlformats.org/drawingml/2006/main">
          <a:srgbClr val="F4F7FA"/>
        </a:solidFill>
      </p:bgPr>
    </p:bg>
    <p:spTree>
      <p:nvGrpSpPr>
        <p:cNvPr id="1" name=""/>
        <p:cNvGrpSpPr/>
        <p:nvPr/>
      </p:nvGrpSpPr>
      <p:grpSpPr>
        <a:xfrm xmlns:a="http://schemas.openxmlformats.org/drawingml/2006/main"/>
      </p:grpSpPr>
      <p:sp>
        <p:nvSpPr>
          <p:cNvPr id="7" name="title">
            <a:extLst xmlns:a="http://schemas.openxmlformats.org/drawingml/2006/main">
              <a:ext uri="{FF2B5EF4-FFF2-40B4-BE49-F238E27FC236}">
                <a16:creationId xmlns:a16="http://schemas.microsoft.com/office/drawing/2014/main" id="{95715ED7-5532-4316-B8A1-C159BF0275B2}"/>
              </a:ext>
            </a:extLst>
          </p:cNvPr>
          <p:cNvSpPr>
            <a:spLocks xmlns:a="http://schemas.openxmlformats.org/drawingml/2006/main" noGrp="1"/>
          </p:cNvSpPr>
          <p:nvPr/>
        </p:nvSpPr>
        <p:spPr>
          <a:xfrm xmlns:a="http://schemas.openxmlformats.org/drawingml/2006/main">
            <a:off x="628650" y="447675"/>
            <a:ext cx="109347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l">
              <a:defRPr sz="3450" b="1">
                <a:solidFill>
                  <a:srgbClr val="16242B"/>
                </a:solidFill>
                <a:latin typeface="Arial"/>
                <a:ea typeface="Arial"/>
                <a:cs typeface="Arial"/>
              </a:defRPr>
            </a:defPPr>
            <a:lvl1pPr algn="l">
              <a:defRPr sz="3450" b="1">
                <a:solidFill>
                  <a:srgbClr val="16242B"/>
                </a:solidFill>
                <a:latin typeface="Arial"/>
                <a:ea typeface="Arial"/>
                <a:cs typeface="Arial"/>
              </a:defRPr>
            </a:lvl1pPr>
            <a:lvl2pPr algn="l">
              <a:defRPr sz="3450" b="1">
                <a:solidFill>
                  <a:srgbClr val="16242B"/>
                </a:solidFill>
                <a:latin typeface="Arial"/>
                <a:ea typeface="Arial"/>
                <a:cs typeface="Arial"/>
              </a:defRPr>
            </a:lvl2pPr>
            <a:lvl3pPr algn="l">
              <a:defRPr sz="3450" b="1">
                <a:solidFill>
                  <a:srgbClr val="16242B"/>
                </a:solidFill>
                <a:latin typeface="Arial"/>
                <a:ea typeface="Arial"/>
                <a:cs typeface="Arial"/>
              </a:defRPr>
            </a:lvl3pPr>
            <a:lvl4pPr algn="l">
              <a:defRPr sz="3450" b="1">
                <a:solidFill>
                  <a:srgbClr val="16242B"/>
                </a:solidFill>
                <a:latin typeface="Arial"/>
                <a:ea typeface="Arial"/>
                <a:cs typeface="Arial"/>
              </a:defRPr>
            </a:lvl4pPr>
            <a:lvl5pPr algn="l">
              <a:defRPr sz="3450" b="1">
                <a:solidFill>
                  <a:srgbClr val="16242B"/>
                </a:solidFill>
                <a:latin typeface="Arial"/>
                <a:ea typeface="Arial"/>
                <a:cs typeface="Arial"/>
              </a:defRPr>
            </a:lvl5pPr>
            <a:lvl6pPr algn="l">
              <a:defRPr sz="3450" b="1">
                <a:solidFill>
                  <a:srgbClr val="16242B"/>
                </a:solidFill>
                <a:latin typeface="Arial"/>
                <a:ea typeface="Arial"/>
                <a:cs typeface="Arial"/>
              </a:defRPr>
            </a:lvl6pPr>
            <a:lvl7pPr algn="l">
              <a:defRPr sz="3450" b="1">
                <a:solidFill>
                  <a:srgbClr val="16242B"/>
                </a:solidFill>
                <a:latin typeface="Arial"/>
                <a:ea typeface="Arial"/>
                <a:cs typeface="Arial"/>
              </a:defRPr>
            </a:lvl7pPr>
            <a:lvl8pPr algn="l">
              <a:defRPr sz="3450" b="1">
                <a:solidFill>
                  <a:srgbClr val="16242B"/>
                </a:solidFill>
                <a:latin typeface="Arial"/>
                <a:ea typeface="Arial"/>
                <a:cs typeface="Arial"/>
              </a:defRPr>
            </a:lvl8pPr>
            <a:lvl9pPr algn="l">
              <a:defRPr sz="3450" b="1">
                <a:solidFill>
                  <a:srgbClr val="16242B"/>
                </a:solidFill>
                <a:latin typeface="Arial"/>
                <a:ea typeface="Arial"/>
                <a:cs typeface="Arial"/>
              </a:defRPr>
            </a:lvl9pPr>
          </a:lstStyle>
          <a:p xmlns:a="http://schemas.openxmlformats.org/drawingml/2006/main">
            <a:pPr algn="l">
              <a:defRPr sz="3450" b="1">
                <a:solidFill>
                  <a:srgbClr val="16242B"/>
                </a:solidFill>
                <a:latin typeface="Arial"/>
                <a:ea typeface="Arial"/>
                <a:cs typeface="Arial"/>
              </a:defRPr>
            </a:pPr>
            <a:r>
              <a:rPr sz="3450" b="1">
                <a:solidFill>
                  <a:srgbClr val="16242B"/>
                </a:solidFill>
                <a:latin typeface="Arial"/>
                <a:ea typeface="Arial"/>
                <a:cs typeface="Arial"/>
              </a:rPr>
              <a:t>A replayable spring track</a:t>
            </a:r>
          </a:p>
        </p:txBody>
      </p:sp>
      <p:sp>
        <p:nvSpPr>
          <p:cNvPr id="2" name="page">
            <a:extLst xmlns:a="http://schemas.openxmlformats.org/drawingml/2006/main">
              <a:ext uri="{FF2B5EF4-FFF2-40B4-BE49-F238E27FC236}">
                <a16:creationId xmlns:a16="http://schemas.microsoft.com/office/drawing/2014/main" id="{AB54F41B-A802-487E-9796-EBA2F6D1B782}"/>
              </a:ext>
            </a:extLst>
          </p:cNvPr>
          <p:cNvSpPr>
            <a:spLocks xmlns:a="http://schemas.openxmlformats.org/drawingml/2006/main" noGrp="1"/>
          </p:cNvSpPr>
          <p:nvPr/>
        </p:nvSpPr>
        <p:spPr>
          <a:xfrm xmlns:a="http://schemas.openxmlformats.org/drawingml/2006/main">
            <a:off x="11049000" y="6162675"/>
            <a:ext cx="5143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l">
              <a:defRPr sz="1275" b="0">
                <a:solidFill>
                  <a:srgbClr val="526773"/>
                </a:solidFill>
                <a:latin typeface="Arial"/>
                <a:ea typeface="Arial"/>
                <a:cs typeface="Arial"/>
              </a:defRPr>
            </a:defPPr>
            <a:lvl1pPr algn="l">
              <a:defRPr sz="1275" b="0">
                <a:solidFill>
                  <a:srgbClr val="526773"/>
                </a:solidFill>
                <a:latin typeface="Arial"/>
                <a:ea typeface="Arial"/>
                <a:cs typeface="Arial"/>
              </a:defRPr>
            </a:lvl1pPr>
            <a:lvl2pPr algn="l">
              <a:defRPr sz="1275" b="0">
                <a:solidFill>
                  <a:srgbClr val="526773"/>
                </a:solidFill>
                <a:latin typeface="Arial"/>
                <a:ea typeface="Arial"/>
                <a:cs typeface="Arial"/>
              </a:defRPr>
            </a:lvl2pPr>
            <a:lvl3pPr algn="l">
              <a:defRPr sz="1275" b="0">
                <a:solidFill>
                  <a:srgbClr val="526773"/>
                </a:solidFill>
                <a:latin typeface="Arial"/>
                <a:ea typeface="Arial"/>
                <a:cs typeface="Arial"/>
              </a:defRPr>
            </a:lvl3pPr>
            <a:lvl4pPr algn="l">
              <a:defRPr sz="1275" b="0">
                <a:solidFill>
                  <a:srgbClr val="526773"/>
                </a:solidFill>
                <a:latin typeface="Arial"/>
                <a:ea typeface="Arial"/>
                <a:cs typeface="Arial"/>
              </a:defRPr>
            </a:lvl4pPr>
            <a:lvl5pPr algn="l">
              <a:defRPr sz="1275" b="0">
                <a:solidFill>
                  <a:srgbClr val="526773"/>
                </a:solidFill>
                <a:latin typeface="Arial"/>
                <a:ea typeface="Arial"/>
                <a:cs typeface="Arial"/>
              </a:defRPr>
            </a:lvl5pPr>
            <a:lvl6pPr algn="l">
              <a:defRPr sz="1275" b="0">
                <a:solidFill>
                  <a:srgbClr val="526773"/>
                </a:solidFill>
                <a:latin typeface="Arial"/>
                <a:ea typeface="Arial"/>
                <a:cs typeface="Arial"/>
              </a:defRPr>
            </a:lvl6pPr>
            <a:lvl7pPr algn="l">
              <a:defRPr sz="1275" b="0">
                <a:solidFill>
                  <a:srgbClr val="526773"/>
                </a:solidFill>
                <a:latin typeface="Arial"/>
                <a:ea typeface="Arial"/>
                <a:cs typeface="Arial"/>
              </a:defRPr>
            </a:lvl7pPr>
            <a:lvl8pPr algn="l">
              <a:defRPr sz="1275" b="0">
                <a:solidFill>
                  <a:srgbClr val="526773"/>
                </a:solidFill>
                <a:latin typeface="Arial"/>
                <a:ea typeface="Arial"/>
                <a:cs typeface="Arial"/>
              </a:defRPr>
            </a:lvl8pPr>
            <a:lvl9pPr algn="l">
              <a:defRPr sz="1275" b="0">
                <a:solidFill>
                  <a:srgbClr val="526773"/>
                </a:solidFill>
                <a:latin typeface="Arial"/>
                <a:ea typeface="Arial"/>
                <a:cs typeface="Arial"/>
              </a:defRPr>
            </a:lvl9pPr>
          </a:lstStyle>
          <a:p xmlns:a="http://schemas.openxmlformats.org/drawingml/2006/main">
            <a:pPr algn="l">
              <a:defRPr sz="1275" b="0">
                <a:solidFill>
                  <a:srgbClr val="526773"/>
                </a:solidFill>
                <a:latin typeface="Arial"/>
                <a:ea typeface="Arial"/>
                <a:cs typeface="Arial"/>
              </a:defRPr>
            </a:pPr>
            <a:r>
              <a:rPr sz="1275" b="0">
                <a:solidFill>
                  <a:srgbClr val="526773"/>
                </a:solidFill>
                <a:latin typeface="Arial"/>
                <a:ea typeface="Arial"/>
                <a:cs typeface="Arial"/>
              </a:rPr>
              <a:t>06</a:t>
            </a:r>
          </a:p>
        </p:txBody>
      </p:sp>
      <p:sp>
        <p:nvSpPr>
          <p:cNvPr id="3" name="spring-thesis">
            <a:extLst xmlns:a="http://schemas.openxmlformats.org/drawingml/2006/main">
              <a:ext uri="{FF2B5EF4-FFF2-40B4-BE49-F238E27FC236}">
                <a16:creationId xmlns:a16="http://schemas.microsoft.com/office/drawing/2014/main" id="{D11C9257-E58D-4672-9E0A-C47DFB019A44}"/>
              </a:ext>
            </a:extLst>
          </p:cNvPr>
          <p:cNvSpPr>
            <a:spLocks xmlns:a="http://schemas.openxmlformats.org/drawingml/2006/main" noGrp="1"/>
          </p:cNvSpPr>
          <p:nvPr/>
        </p:nvSpPr>
        <p:spPr>
          <a:xfrm xmlns:a="http://schemas.openxmlformats.org/drawingml/2006/main">
            <a:off x="666750" y="1543050"/>
            <a:ext cx="3714750" cy="1562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l">
              <a:defRPr sz="2400" b="1">
                <a:solidFill>
                  <a:srgbClr val="006F70"/>
                </a:solidFill>
                <a:latin typeface="Arial"/>
                <a:ea typeface="Arial"/>
                <a:cs typeface="Arial"/>
              </a:defRPr>
            </a:defPPr>
            <a:lvl1pPr algn="l">
              <a:defRPr sz="2400" b="1">
                <a:solidFill>
                  <a:srgbClr val="006F70"/>
                </a:solidFill>
                <a:latin typeface="Arial"/>
                <a:ea typeface="Arial"/>
                <a:cs typeface="Arial"/>
              </a:defRPr>
            </a:lvl1pPr>
            <a:lvl2pPr algn="l">
              <a:defRPr sz="2400" b="1">
                <a:solidFill>
                  <a:srgbClr val="006F70"/>
                </a:solidFill>
                <a:latin typeface="Arial"/>
                <a:ea typeface="Arial"/>
                <a:cs typeface="Arial"/>
              </a:defRPr>
            </a:lvl2pPr>
            <a:lvl3pPr algn="l">
              <a:defRPr sz="2400" b="1">
                <a:solidFill>
                  <a:srgbClr val="006F70"/>
                </a:solidFill>
                <a:latin typeface="Arial"/>
                <a:ea typeface="Arial"/>
                <a:cs typeface="Arial"/>
              </a:defRPr>
            </a:lvl3pPr>
            <a:lvl4pPr algn="l">
              <a:defRPr sz="2400" b="1">
                <a:solidFill>
                  <a:srgbClr val="006F70"/>
                </a:solidFill>
                <a:latin typeface="Arial"/>
                <a:ea typeface="Arial"/>
                <a:cs typeface="Arial"/>
              </a:defRPr>
            </a:lvl4pPr>
            <a:lvl5pPr algn="l">
              <a:defRPr sz="2400" b="1">
                <a:solidFill>
                  <a:srgbClr val="006F70"/>
                </a:solidFill>
                <a:latin typeface="Arial"/>
                <a:ea typeface="Arial"/>
                <a:cs typeface="Arial"/>
              </a:defRPr>
            </a:lvl5pPr>
            <a:lvl6pPr algn="l">
              <a:defRPr sz="2400" b="1">
                <a:solidFill>
                  <a:srgbClr val="006F70"/>
                </a:solidFill>
                <a:latin typeface="Arial"/>
                <a:ea typeface="Arial"/>
                <a:cs typeface="Arial"/>
              </a:defRPr>
            </a:lvl6pPr>
            <a:lvl7pPr algn="l">
              <a:defRPr sz="2400" b="1">
                <a:solidFill>
                  <a:srgbClr val="006F70"/>
                </a:solidFill>
                <a:latin typeface="Arial"/>
                <a:ea typeface="Arial"/>
                <a:cs typeface="Arial"/>
              </a:defRPr>
            </a:lvl7pPr>
            <a:lvl8pPr algn="l">
              <a:defRPr sz="2400" b="1">
                <a:solidFill>
                  <a:srgbClr val="006F70"/>
                </a:solidFill>
                <a:latin typeface="Arial"/>
                <a:ea typeface="Arial"/>
                <a:cs typeface="Arial"/>
              </a:defRPr>
            </a:lvl8pPr>
            <a:lvl9pPr algn="l">
              <a:defRPr sz="2400" b="1">
                <a:solidFill>
                  <a:srgbClr val="006F70"/>
                </a:solidFill>
                <a:latin typeface="Arial"/>
                <a:ea typeface="Arial"/>
                <a:cs typeface="Arial"/>
              </a:defRPr>
            </a:lvl9pPr>
          </a:lstStyle>
          <a:p xmlns:a="http://schemas.openxmlformats.org/drawingml/2006/main">
            <a:pPr algn="l">
              <a:defRPr sz="2400" b="1">
                <a:solidFill>
                  <a:srgbClr val="006F70"/>
                </a:solidFill>
                <a:latin typeface="Arial"/>
                <a:ea typeface="Arial"/>
                <a:cs typeface="Arial"/>
              </a:defRPr>
            </a:pPr>
            <a:r>
              <a:rPr sz="2400" b="1">
                <a:solidFill>
                  <a:srgbClr val="006F70"/>
                </a:solidFill>
                <a:latin typeface="Arial"/>
                <a:ea typeface="Arial"/>
                <a:cs typeface="Arial"/>
              </a:rPr>
              <a:t>Preserve position and velocity</a:t>
            </a:r>
          </a:p>
          <a:p xmlns:a="http://schemas.openxmlformats.org/drawingml/2006/main">
            <a:pPr algn="l">
              <a:defRPr sz="2400" b="1">
                <a:solidFill>
                  <a:srgbClr val="006F70"/>
                </a:solidFill>
                <a:latin typeface="Arial"/>
                <a:ea typeface="Arial"/>
                <a:cs typeface="Arial"/>
              </a:defRPr>
            </a:pPr>
            <a:r>
              <a:rPr sz="2400" b="1">
                <a:solidFill>
                  <a:srgbClr val="006F70"/>
                </a:solidFill>
                <a:latin typeface="Arial"/>
                <a:ea typeface="Arial"/>
                <a:cs typeface="Arial"/>
              </a:rPr>
              <a:t>when a target changes</a:t>
            </a:r>
          </a:p>
          <a:p xmlns:a="http://schemas.openxmlformats.org/drawingml/2006/main">
            <a:pPr algn="l">
              <a:defRPr sz="2400" b="1">
                <a:solidFill>
                  <a:srgbClr val="006F70"/>
                </a:solidFill>
                <a:latin typeface="Arial"/>
                <a:ea typeface="Arial"/>
                <a:cs typeface="Arial"/>
              </a:defRPr>
            </a:pPr>
            <a:r>
              <a:rPr sz="2400" b="1">
                <a:solidFill>
                  <a:srgbClr val="006F70"/>
                </a:solidFill>
                <a:latin typeface="Arial"/>
                <a:ea typeface="Arial"/>
                <a:cs typeface="Arial"/>
              </a:rPr>
              <a:t>before settling.</a:t>
            </a:r>
          </a:p>
        </p:txBody>
      </p:sp>
      <p:sp>
        <p:nvSpPr>
          <p:cNvPr id="4" name="spring-body">
            <a:extLst xmlns:a="http://schemas.openxmlformats.org/drawingml/2006/main">
              <a:ext uri="{FF2B5EF4-FFF2-40B4-BE49-F238E27FC236}">
                <a16:creationId xmlns:a16="http://schemas.microsoft.com/office/drawing/2014/main" id="{3D6664F7-8561-44F1-B62D-9EEA8721FE10}"/>
              </a:ext>
            </a:extLst>
          </p:cNvPr>
          <p:cNvSpPr>
            <a:spLocks xmlns:a="http://schemas.openxmlformats.org/drawingml/2006/main" noGrp="1"/>
          </p:cNvSpPr>
          <p:nvPr/>
        </p:nvSpPr>
        <p:spPr>
          <a:xfrm xmlns:a="http://schemas.openxmlformats.org/drawingml/2006/main">
            <a:off x="666750" y="3476625"/>
            <a:ext cx="3714750" cy="1466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l">
              <a:defRPr sz="2025" b="0">
                <a:solidFill>
                  <a:srgbClr val="526773"/>
                </a:solidFill>
                <a:latin typeface="Arial"/>
                <a:ea typeface="Arial"/>
                <a:cs typeface="Arial"/>
              </a:defRPr>
            </a:defPPr>
            <a:lvl1pPr algn="l">
              <a:defRPr sz="2025" b="0">
                <a:solidFill>
                  <a:srgbClr val="526773"/>
                </a:solidFill>
                <a:latin typeface="Arial"/>
                <a:ea typeface="Arial"/>
                <a:cs typeface="Arial"/>
              </a:defRPr>
            </a:lvl1pPr>
            <a:lvl2pPr algn="l">
              <a:defRPr sz="2025" b="0">
                <a:solidFill>
                  <a:srgbClr val="526773"/>
                </a:solidFill>
                <a:latin typeface="Arial"/>
                <a:ea typeface="Arial"/>
                <a:cs typeface="Arial"/>
              </a:defRPr>
            </a:lvl2pPr>
            <a:lvl3pPr algn="l">
              <a:defRPr sz="2025" b="0">
                <a:solidFill>
                  <a:srgbClr val="526773"/>
                </a:solidFill>
                <a:latin typeface="Arial"/>
                <a:ea typeface="Arial"/>
                <a:cs typeface="Arial"/>
              </a:defRPr>
            </a:lvl3pPr>
            <a:lvl4pPr algn="l">
              <a:defRPr sz="2025" b="0">
                <a:solidFill>
                  <a:srgbClr val="526773"/>
                </a:solidFill>
                <a:latin typeface="Arial"/>
                <a:ea typeface="Arial"/>
                <a:cs typeface="Arial"/>
              </a:defRPr>
            </a:lvl4pPr>
            <a:lvl5pPr algn="l">
              <a:defRPr sz="2025" b="0">
                <a:solidFill>
                  <a:srgbClr val="526773"/>
                </a:solidFill>
                <a:latin typeface="Arial"/>
                <a:ea typeface="Arial"/>
                <a:cs typeface="Arial"/>
              </a:defRPr>
            </a:lvl5pPr>
            <a:lvl6pPr algn="l">
              <a:defRPr sz="2025" b="0">
                <a:solidFill>
                  <a:srgbClr val="526773"/>
                </a:solidFill>
                <a:latin typeface="Arial"/>
                <a:ea typeface="Arial"/>
                <a:cs typeface="Arial"/>
              </a:defRPr>
            </a:lvl6pPr>
            <a:lvl7pPr algn="l">
              <a:defRPr sz="2025" b="0">
                <a:solidFill>
                  <a:srgbClr val="526773"/>
                </a:solidFill>
                <a:latin typeface="Arial"/>
                <a:ea typeface="Arial"/>
                <a:cs typeface="Arial"/>
              </a:defRPr>
            </a:lvl7pPr>
            <a:lvl8pPr algn="l">
              <a:defRPr sz="2025" b="0">
                <a:solidFill>
                  <a:srgbClr val="526773"/>
                </a:solidFill>
                <a:latin typeface="Arial"/>
                <a:ea typeface="Arial"/>
                <a:cs typeface="Arial"/>
              </a:defRPr>
            </a:lvl8pPr>
            <a:lvl9pPr algn="l">
              <a:defRPr sz="2025" b="0">
                <a:solidFill>
                  <a:srgbClr val="526773"/>
                </a:solidFill>
                <a:latin typeface="Arial"/>
                <a:ea typeface="Arial"/>
                <a:cs typeface="Arial"/>
              </a:defRPr>
            </a:lvl9pPr>
          </a:lstStyle>
          <a:p xmlns:a="http://schemas.openxmlformats.org/drawingml/2006/main">
            <a:pPr algn="l">
              <a:defRPr sz="2025" b="0">
                <a:solidFill>
                  <a:srgbClr val="526773"/>
                </a:solidFill>
                <a:latin typeface="Arial"/>
                <a:ea typeface="Arial"/>
                <a:cs typeface="Arial"/>
              </a:defRPr>
            </a:pPr>
            <a:r>
              <a:rPr sz="2025" b="0">
                <a:solidFill>
                  <a:srgbClr val="526773"/>
                </a:solidFill>
                <a:latin typeface="Arial"/>
                <a:ea typeface="Arial"/>
                <a:cs typeface="Arial"/>
              </a:rPr>
              <a:t>Evaluate directly at any time.</a:t>
            </a:r>
          </a:p>
          <a:p xmlns:a="http://schemas.openxmlformats.org/drawingml/2006/main">
            <a:pPr algn="l">
              <a:defRPr sz="2025" b="0">
                <a:solidFill>
                  <a:srgbClr val="526773"/>
                </a:solidFill>
                <a:latin typeface="Arial"/>
                <a:ea typeface="Arial"/>
                <a:cs typeface="Arial"/>
              </a:defRPr>
            </a:pPr>
            <a:r>
              <a:rPr sz="2025" b="0">
                <a:solidFill>
                  <a:srgbClr val="526773"/>
                </a:solidFill>
                <a:latin typeface="Arial"/>
                <a:ea typeface="Arial"/>
                <a:cs typeface="Arial"/>
              </a:rPr>
              <a:t>Replay the same target history.</a:t>
            </a:r>
          </a:p>
          <a:p xmlns:a="http://schemas.openxmlformats.org/drawingml/2006/main">
            <a:pPr algn="l">
              <a:defRPr sz="2025" b="0">
                <a:solidFill>
                  <a:srgbClr val="526773"/>
                </a:solidFill>
                <a:latin typeface="Arial"/>
                <a:ea typeface="Arial"/>
                <a:cs typeface="Arial"/>
              </a:defRPr>
            </a:pPr>
            <a:r>
              <a:rPr sz="2025" b="0">
                <a:solidFill>
                  <a:srgbClr val="526773"/>
                </a:solidFill>
                <a:latin typeface="Arial"/>
                <a:ea typeface="Arial"/>
                <a:cs typeface="Arial"/>
              </a:rPr>
              <a:t>Use native interruption behavior</a:t>
            </a:r>
          </a:p>
          <a:p xmlns:a="http://schemas.openxmlformats.org/drawingml/2006/main">
            <a:pPr algn="l">
              <a:defRPr sz="2025" b="0">
                <a:solidFill>
                  <a:srgbClr val="526773"/>
                </a:solidFill>
                <a:latin typeface="Arial"/>
                <a:ea typeface="Arial"/>
                <a:cs typeface="Arial"/>
              </a:defRPr>
            </a:pPr>
            <a:r>
              <a:rPr sz="2025" b="0">
                <a:solidFill>
                  <a:srgbClr val="526773"/>
                </a:solidFill>
                <a:latin typeface="Arial"/>
                <a:ea typeface="Arial"/>
                <a:cs typeface="Arial"/>
              </a:rPr>
              <a:t>when it already fits.</a:t>
            </a:r>
          </a:p>
        </p:txBody>
      </p:sp>
      <p:graphicFrame>
        <p:nvGraphicFramePr>
          <p:cNvPr id="5" name="Chart">
            <a:extLst xmlns:a="http://schemas.openxmlformats.org/drawingml/2006/main">
              <a:ext uri="{FF2B5EF4-FFF2-40B4-BE49-F238E27FC236}">
                <a16:creationId xmlns:a16="http://schemas.microsoft.com/office/drawing/2014/main" id="{08D5994C-0B4F-4606-83BA-FF5388C76F47}"/>
              </a:ext>
            </a:extLst>
          </p:cNvPr>
          <p:cNvGraphicFramePr/>
          <p:nvPr/>
        </p:nvGraphicFramePr>
        <p:xfrm>
          <a:off xmlns:a="http://schemas.openxmlformats.org/drawingml/2006/main" x="4667250" y="1543050"/>
          <a:ext xmlns:a="http://schemas.openxmlformats.org/drawingml/2006/main" cx="6762750" cy="3829050"/>
        </p:xfrm>
        <a:graphic xmlns:a="http://schemas.openxmlformats.org/drawingml/2006/main">
          <a:graphicData uri="http://schemas.openxmlformats.org/drawingml/2006/chart">
            <c:chart xmlns:r="http://schemas.openxmlformats.org/officeDocument/2006/relationships" xmlns:c="http://schemas.openxmlformats.org/drawingml/2006/chart" r:id="R9e46850a5451429b"/>
          </a:graphicData>
        </a:graphic>
      </p:graphicFrame>
      <p:sp>
        <p:nvSpPr>
          <p:cNvPr id="6" name="spring-limit">
            <a:extLst xmlns:a="http://schemas.openxmlformats.org/drawingml/2006/main">
              <a:ext uri="{FF2B5EF4-FFF2-40B4-BE49-F238E27FC236}">
                <a16:creationId xmlns:a16="http://schemas.microsoft.com/office/drawing/2014/main" id="{D8E75B4A-BF73-4609-9C3E-D7AA21CF94B9}"/>
              </a:ext>
            </a:extLst>
          </p:cNvPr>
          <p:cNvSpPr>
            <a:spLocks xmlns:a="http://schemas.openxmlformats.org/drawingml/2006/main" noGrp="1"/>
          </p:cNvSpPr>
          <p:nvPr/>
        </p:nvSpPr>
        <p:spPr>
          <a:xfrm xmlns:a="http://schemas.openxmlformats.org/drawingml/2006/main">
            <a:off x="666750" y="5676900"/>
            <a:ext cx="1076325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l">
              <a:defRPr sz="1800" b="0">
                <a:solidFill>
                  <a:srgbClr val="526773"/>
                </a:solidFill>
                <a:latin typeface="Arial"/>
                <a:ea typeface="Arial"/>
                <a:cs typeface="Arial"/>
              </a:defRPr>
            </a:defPPr>
            <a:lvl1pPr algn="l">
              <a:defRPr sz="1800" b="0">
                <a:solidFill>
                  <a:srgbClr val="526773"/>
                </a:solidFill>
                <a:latin typeface="Arial"/>
                <a:ea typeface="Arial"/>
                <a:cs typeface="Arial"/>
              </a:defRPr>
            </a:lvl1pPr>
            <a:lvl2pPr algn="l">
              <a:defRPr sz="1800" b="0">
                <a:solidFill>
                  <a:srgbClr val="526773"/>
                </a:solidFill>
                <a:latin typeface="Arial"/>
                <a:ea typeface="Arial"/>
                <a:cs typeface="Arial"/>
              </a:defRPr>
            </a:lvl2pPr>
            <a:lvl3pPr algn="l">
              <a:defRPr sz="1800" b="0">
                <a:solidFill>
                  <a:srgbClr val="526773"/>
                </a:solidFill>
                <a:latin typeface="Arial"/>
                <a:ea typeface="Arial"/>
                <a:cs typeface="Arial"/>
              </a:defRPr>
            </a:lvl3pPr>
            <a:lvl4pPr algn="l">
              <a:defRPr sz="1800" b="0">
                <a:solidFill>
                  <a:srgbClr val="526773"/>
                </a:solidFill>
                <a:latin typeface="Arial"/>
                <a:ea typeface="Arial"/>
                <a:cs typeface="Arial"/>
              </a:defRPr>
            </a:lvl4pPr>
            <a:lvl5pPr algn="l">
              <a:defRPr sz="1800" b="0">
                <a:solidFill>
                  <a:srgbClr val="526773"/>
                </a:solidFill>
                <a:latin typeface="Arial"/>
                <a:ea typeface="Arial"/>
                <a:cs typeface="Arial"/>
              </a:defRPr>
            </a:lvl5pPr>
            <a:lvl6pPr algn="l">
              <a:defRPr sz="1800" b="0">
                <a:solidFill>
                  <a:srgbClr val="526773"/>
                </a:solidFill>
                <a:latin typeface="Arial"/>
                <a:ea typeface="Arial"/>
                <a:cs typeface="Arial"/>
              </a:defRPr>
            </a:lvl6pPr>
            <a:lvl7pPr algn="l">
              <a:defRPr sz="1800" b="0">
                <a:solidFill>
                  <a:srgbClr val="526773"/>
                </a:solidFill>
                <a:latin typeface="Arial"/>
                <a:ea typeface="Arial"/>
                <a:cs typeface="Arial"/>
              </a:defRPr>
            </a:lvl7pPr>
            <a:lvl8pPr algn="l">
              <a:defRPr sz="1800" b="0">
                <a:solidFill>
                  <a:srgbClr val="526773"/>
                </a:solidFill>
                <a:latin typeface="Arial"/>
                <a:ea typeface="Arial"/>
                <a:cs typeface="Arial"/>
              </a:defRPr>
            </a:lvl8pPr>
            <a:lvl9pPr algn="l">
              <a:defRPr sz="1800" b="0">
                <a:solidFill>
                  <a:srgbClr val="526773"/>
                </a:solidFill>
                <a:latin typeface="Arial"/>
                <a:ea typeface="Arial"/>
                <a:cs typeface="Arial"/>
              </a:defRPr>
            </a:lvl9pPr>
          </a:lstStyle>
          <a:p xmlns:a="http://schemas.openxmlformats.org/drawingml/2006/main">
            <a:pPr algn="l">
              <a:defRPr sz="1800" b="0">
                <a:solidFill>
                  <a:srgbClr val="526773"/>
                </a:solidFill>
                <a:latin typeface="Arial"/>
                <a:ea typeface="Arial"/>
                <a:cs typeface="Arial"/>
              </a:defRPr>
            </a:pPr>
            <a:r>
              <a:rPr sz="1800" b="0">
                <a:solidFill>
                  <a:srgbClr val="526773"/>
                </a:solidFill>
                <a:latin typeface="Arial"/>
                <a:ea typeface="Arial"/>
                <a:cs typeface="Arial"/>
              </a:rPr>
              <a:t>Fixed scalar spring, damping below critical. Illustrative values. No contact solver.</a:t>
            </a:r>
          </a:p>
        </p:txBody>
      </p:sp>
    </p:spTree>
    <p:extLst>
      <p:ext uri="{BB962C8B-B14F-4D97-AF65-F5344CB8AC3E}">
        <p14:creationId xmlns:p14="http://schemas.microsoft.com/office/powerpoint/2010/main" val="75727541"/>
      </p:ext>
    </p:extLst>
  </p:cSld>
</p:sld>
</file>

<file path=ppt/slides/slide7.xml><?xml version="1.0" encoding="utf-8"?>
<p:sld xmlns:p="http://schemas.openxmlformats.org/presentationml/2006/main">
  <p:cSld>
    <p:bg>
      <p:bgPr>
        <a:solidFill xmlns:a="http://schemas.openxmlformats.org/drawingml/2006/main">
          <a:srgbClr val="F4F7FA"/>
        </a:solidFill>
      </p:bgPr>
    </p:bg>
    <p:spTree>
      <p:nvGrpSpPr>
        <p:cNvPr id="1" name=""/>
        <p:cNvGrpSpPr/>
        <p:nvPr/>
      </p:nvGrpSpPr>
      <p:grpSpPr>
        <a:xfrm xmlns:a="http://schemas.openxmlformats.org/drawingml/2006/main"/>
      </p:grpSpPr>
      <p:sp>
        <p:nvSpPr>
          <p:cNvPr id="22" name="title">
            <a:extLst xmlns:a="http://schemas.openxmlformats.org/drawingml/2006/main">
              <a:ext uri="{FF2B5EF4-FFF2-40B4-BE49-F238E27FC236}">
                <a16:creationId xmlns:a16="http://schemas.microsoft.com/office/drawing/2014/main" id="{A10AF969-45AD-44B1-83F4-AF8DCCB112D2}"/>
              </a:ext>
            </a:extLst>
          </p:cNvPr>
          <p:cNvSpPr>
            <a:spLocks xmlns:a="http://schemas.openxmlformats.org/drawingml/2006/main" noGrp="1"/>
          </p:cNvSpPr>
          <p:nvPr/>
        </p:nvSpPr>
        <p:spPr>
          <a:xfrm xmlns:a="http://schemas.openxmlformats.org/drawingml/2006/main">
            <a:off x="628650" y="447675"/>
            <a:ext cx="109347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l">
              <a:defRPr sz="3450" b="1">
                <a:solidFill>
                  <a:srgbClr val="16242B"/>
                </a:solidFill>
                <a:latin typeface="Arial"/>
                <a:ea typeface="Arial"/>
                <a:cs typeface="Arial"/>
              </a:defRPr>
            </a:defPPr>
            <a:lvl1pPr algn="l">
              <a:defRPr sz="3450" b="1">
                <a:solidFill>
                  <a:srgbClr val="16242B"/>
                </a:solidFill>
                <a:latin typeface="Arial"/>
                <a:ea typeface="Arial"/>
                <a:cs typeface="Arial"/>
              </a:defRPr>
            </a:lvl1pPr>
            <a:lvl2pPr algn="l">
              <a:defRPr sz="3450" b="1">
                <a:solidFill>
                  <a:srgbClr val="16242B"/>
                </a:solidFill>
                <a:latin typeface="Arial"/>
                <a:ea typeface="Arial"/>
                <a:cs typeface="Arial"/>
              </a:defRPr>
            </a:lvl2pPr>
            <a:lvl3pPr algn="l">
              <a:defRPr sz="3450" b="1">
                <a:solidFill>
                  <a:srgbClr val="16242B"/>
                </a:solidFill>
                <a:latin typeface="Arial"/>
                <a:ea typeface="Arial"/>
                <a:cs typeface="Arial"/>
              </a:defRPr>
            </a:lvl3pPr>
            <a:lvl4pPr algn="l">
              <a:defRPr sz="3450" b="1">
                <a:solidFill>
                  <a:srgbClr val="16242B"/>
                </a:solidFill>
                <a:latin typeface="Arial"/>
                <a:ea typeface="Arial"/>
                <a:cs typeface="Arial"/>
              </a:defRPr>
            </a:lvl4pPr>
            <a:lvl5pPr algn="l">
              <a:defRPr sz="3450" b="1">
                <a:solidFill>
                  <a:srgbClr val="16242B"/>
                </a:solidFill>
                <a:latin typeface="Arial"/>
                <a:ea typeface="Arial"/>
                <a:cs typeface="Arial"/>
              </a:defRPr>
            </a:lvl5pPr>
            <a:lvl6pPr algn="l">
              <a:defRPr sz="3450" b="1">
                <a:solidFill>
                  <a:srgbClr val="16242B"/>
                </a:solidFill>
                <a:latin typeface="Arial"/>
                <a:ea typeface="Arial"/>
                <a:cs typeface="Arial"/>
              </a:defRPr>
            </a:lvl6pPr>
            <a:lvl7pPr algn="l">
              <a:defRPr sz="3450" b="1">
                <a:solidFill>
                  <a:srgbClr val="16242B"/>
                </a:solidFill>
                <a:latin typeface="Arial"/>
                <a:ea typeface="Arial"/>
                <a:cs typeface="Arial"/>
              </a:defRPr>
            </a:lvl7pPr>
            <a:lvl8pPr algn="l">
              <a:defRPr sz="3450" b="1">
                <a:solidFill>
                  <a:srgbClr val="16242B"/>
                </a:solidFill>
                <a:latin typeface="Arial"/>
                <a:ea typeface="Arial"/>
                <a:cs typeface="Arial"/>
              </a:defRPr>
            </a:lvl8pPr>
            <a:lvl9pPr algn="l">
              <a:defRPr sz="3450" b="1">
                <a:solidFill>
                  <a:srgbClr val="16242B"/>
                </a:solidFill>
                <a:latin typeface="Arial"/>
                <a:ea typeface="Arial"/>
                <a:cs typeface="Arial"/>
              </a:defRPr>
            </a:lvl9pPr>
          </a:lstStyle>
          <a:p xmlns:a="http://schemas.openxmlformats.org/drawingml/2006/main">
            <a:pPr algn="l">
              <a:defRPr sz="3450" b="1">
                <a:solidFill>
                  <a:srgbClr val="16242B"/>
                </a:solidFill>
                <a:latin typeface="Arial"/>
                <a:ea typeface="Arial"/>
                <a:cs typeface="Arial"/>
              </a:defRPr>
            </a:pPr>
            <a:r>
              <a:rPr sz="3450" b="1">
                <a:solidFill>
                  <a:srgbClr val="16242B"/>
                </a:solidFill>
                <a:latin typeface="Arial"/>
                <a:ea typeface="Arial"/>
                <a:cs typeface="Arial"/>
              </a:rPr>
              <a:t>Checks at significant moments</a:t>
            </a:r>
          </a:p>
        </p:txBody>
      </p:sp>
      <p:sp>
        <p:nvSpPr>
          <p:cNvPr id="2" name="page">
            <a:extLst xmlns:a="http://schemas.openxmlformats.org/drawingml/2006/main">
              <a:ext uri="{FF2B5EF4-FFF2-40B4-BE49-F238E27FC236}">
                <a16:creationId xmlns:a16="http://schemas.microsoft.com/office/drawing/2014/main" id="{B8B557BE-8004-4E1D-99C0-D7C27BF5BD16}"/>
              </a:ext>
            </a:extLst>
          </p:cNvPr>
          <p:cNvSpPr>
            <a:spLocks xmlns:a="http://schemas.openxmlformats.org/drawingml/2006/main" noGrp="1"/>
          </p:cNvSpPr>
          <p:nvPr/>
        </p:nvSpPr>
        <p:spPr>
          <a:xfrm xmlns:a="http://schemas.openxmlformats.org/drawingml/2006/main">
            <a:off x="11049000" y="6162675"/>
            <a:ext cx="5143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l">
              <a:defRPr sz="1275" b="0">
                <a:solidFill>
                  <a:srgbClr val="526773"/>
                </a:solidFill>
                <a:latin typeface="Arial"/>
                <a:ea typeface="Arial"/>
                <a:cs typeface="Arial"/>
              </a:defRPr>
            </a:defPPr>
            <a:lvl1pPr algn="l">
              <a:defRPr sz="1275" b="0">
                <a:solidFill>
                  <a:srgbClr val="526773"/>
                </a:solidFill>
                <a:latin typeface="Arial"/>
                <a:ea typeface="Arial"/>
                <a:cs typeface="Arial"/>
              </a:defRPr>
            </a:lvl1pPr>
            <a:lvl2pPr algn="l">
              <a:defRPr sz="1275" b="0">
                <a:solidFill>
                  <a:srgbClr val="526773"/>
                </a:solidFill>
                <a:latin typeface="Arial"/>
                <a:ea typeface="Arial"/>
                <a:cs typeface="Arial"/>
              </a:defRPr>
            </a:lvl2pPr>
            <a:lvl3pPr algn="l">
              <a:defRPr sz="1275" b="0">
                <a:solidFill>
                  <a:srgbClr val="526773"/>
                </a:solidFill>
                <a:latin typeface="Arial"/>
                <a:ea typeface="Arial"/>
                <a:cs typeface="Arial"/>
              </a:defRPr>
            </a:lvl3pPr>
            <a:lvl4pPr algn="l">
              <a:defRPr sz="1275" b="0">
                <a:solidFill>
                  <a:srgbClr val="526773"/>
                </a:solidFill>
                <a:latin typeface="Arial"/>
                <a:ea typeface="Arial"/>
                <a:cs typeface="Arial"/>
              </a:defRPr>
            </a:lvl4pPr>
            <a:lvl5pPr algn="l">
              <a:defRPr sz="1275" b="0">
                <a:solidFill>
                  <a:srgbClr val="526773"/>
                </a:solidFill>
                <a:latin typeface="Arial"/>
                <a:ea typeface="Arial"/>
                <a:cs typeface="Arial"/>
              </a:defRPr>
            </a:lvl5pPr>
            <a:lvl6pPr algn="l">
              <a:defRPr sz="1275" b="0">
                <a:solidFill>
                  <a:srgbClr val="526773"/>
                </a:solidFill>
                <a:latin typeface="Arial"/>
                <a:ea typeface="Arial"/>
                <a:cs typeface="Arial"/>
              </a:defRPr>
            </a:lvl6pPr>
            <a:lvl7pPr algn="l">
              <a:defRPr sz="1275" b="0">
                <a:solidFill>
                  <a:srgbClr val="526773"/>
                </a:solidFill>
                <a:latin typeface="Arial"/>
                <a:ea typeface="Arial"/>
                <a:cs typeface="Arial"/>
              </a:defRPr>
            </a:lvl7pPr>
            <a:lvl8pPr algn="l">
              <a:defRPr sz="1275" b="0">
                <a:solidFill>
                  <a:srgbClr val="526773"/>
                </a:solidFill>
                <a:latin typeface="Arial"/>
                <a:ea typeface="Arial"/>
                <a:cs typeface="Arial"/>
              </a:defRPr>
            </a:lvl8pPr>
            <a:lvl9pPr algn="l">
              <a:defRPr sz="1275" b="0">
                <a:solidFill>
                  <a:srgbClr val="526773"/>
                </a:solidFill>
                <a:latin typeface="Arial"/>
                <a:ea typeface="Arial"/>
                <a:cs typeface="Arial"/>
              </a:defRPr>
            </a:lvl9pPr>
          </a:lstStyle>
          <a:p xmlns:a="http://schemas.openxmlformats.org/drawingml/2006/main">
            <a:pPr algn="l">
              <a:defRPr sz="1275" b="0">
                <a:solidFill>
                  <a:srgbClr val="526773"/>
                </a:solidFill>
                <a:latin typeface="Arial"/>
                <a:ea typeface="Arial"/>
                <a:cs typeface="Arial"/>
              </a:defRPr>
            </a:pPr>
            <a:r>
              <a:rPr sz="1275" b="0">
                <a:solidFill>
                  <a:srgbClr val="526773"/>
                </a:solidFill>
                <a:latin typeface="Arial"/>
                <a:ea typeface="Arial"/>
                <a:cs typeface="Arial"/>
              </a:rPr>
              <a:t>07</a:t>
            </a:r>
          </a:p>
        </p:txBody>
      </p:sp>
      <p:sp>
        <p:nvSpPr>
          <p:cNvPr id="3" name="diagnostic-intro">
            <a:extLst xmlns:a="http://schemas.openxmlformats.org/drawingml/2006/main">
              <a:ext uri="{FF2B5EF4-FFF2-40B4-BE49-F238E27FC236}">
                <a16:creationId xmlns:a16="http://schemas.microsoft.com/office/drawing/2014/main" id="{5DBE214F-31D1-4740-BC24-DF7321B008B3}"/>
              </a:ext>
            </a:extLst>
          </p:cNvPr>
          <p:cNvSpPr>
            <a:spLocks xmlns:a="http://schemas.openxmlformats.org/drawingml/2006/main" noGrp="1"/>
          </p:cNvSpPr>
          <p:nvPr/>
        </p:nvSpPr>
        <p:spPr>
          <a:xfrm xmlns:a="http://schemas.openxmlformats.org/drawingml/2006/main">
            <a:off x="666750" y="1190625"/>
            <a:ext cx="10572750" cy="542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l">
              <a:defRPr sz="2250" b="0">
                <a:solidFill>
                  <a:srgbClr val="526773"/>
                </a:solidFill>
                <a:latin typeface="Arial"/>
                <a:ea typeface="Arial"/>
                <a:cs typeface="Arial"/>
              </a:defRPr>
            </a:defPPr>
            <a:lvl1pPr algn="l">
              <a:defRPr sz="2250" b="0">
                <a:solidFill>
                  <a:srgbClr val="526773"/>
                </a:solidFill>
                <a:latin typeface="Arial"/>
                <a:ea typeface="Arial"/>
                <a:cs typeface="Arial"/>
              </a:defRPr>
            </a:lvl1pPr>
            <a:lvl2pPr algn="l">
              <a:defRPr sz="2250" b="0">
                <a:solidFill>
                  <a:srgbClr val="526773"/>
                </a:solidFill>
                <a:latin typeface="Arial"/>
                <a:ea typeface="Arial"/>
                <a:cs typeface="Arial"/>
              </a:defRPr>
            </a:lvl2pPr>
            <a:lvl3pPr algn="l">
              <a:defRPr sz="2250" b="0">
                <a:solidFill>
                  <a:srgbClr val="526773"/>
                </a:solidFill>
                <a:latin typeface="Arial"/>
                <a:ea typeface="Arial"/>
                <a:cs typeface="Arial"/>
              </a:defRPr>
            </a:lvl3pPr>
            <a:lvl4pPr algn="l">
              <a:defRPr sz="2250" b="0">
                <a:solidFill>
                  <a:srgbClr val="526773"/>
                </a:solidFill>
                <a:latin typeface="Arial"/>
                <a:ea typeface="Arial"/>
                <a:cs typeface="Arial"/>
              </a:defRPr>
            </a:lvl4pPr>
            <a:lvl5pPr algn="l">
              <a:defRPr sz="2250" b="0">
                <a:solidFill>
                  <a:srgbClr val="526773"/>
                </a:solidFill>
                <a:latin typeface="Arial"/>
                <a:ea typeface="Arial"/>
                <a:cs typeface="Arial"/>
              </a:defRPr>
            </a:lvl5pPr>
            <a:lvl6pPr algn="l">
              <a:defRPr sz="2250" b="0">
                <a:solidFill>
                  <a:srgbClr val="526773"/>
                </a:solidFill>
                <a:latin typeface="Arial"/>
                <a:ea typeface="Arial"/>
                <a:cs typeface="Arial"/>
              </a:defRPr>
            </a:lvl6pPr>
            <a:lvl7pPr algn="l">
              <a:defRPr sz="2250" b="0">
                <a:solidFill>
                  <a:srgbClr val="526773"/>
                </a:solidFill>
                <a:latin typeface="Arial"/>
                <a:ea typeface="Arial"/>
                <a:cs typeface="Arial"/>
              </a:defRPr>
            </a:lvl7pPr>
            <a:lvl8pPr algn="l">
              <a:defRPr sz="2250" b="0">
                <a:solidFill>
                  <a:srgbClr val="526773"/>
                </a:solidFill>
                <a:latin typeface="Arial"/>
                <a:ea typeface="Arial"/>
                <a:cs typeface="Arial"/>
              </a:defRPr>
            </a:lvl8pPr>
            <a:lvl9pPr algn="l">
              <a:defRPr sz="2250" b="0">
                <a:solidFill>
                  <a:srgbClr val="526773"/>
                </a:solidFill>
                <a:latin typeface="Arial"/>
                <a:ea typeface="Arial"/>
                <a:cs typeface="Arial"/>
              </a:defRPr>
            </a:lvl9pPr>
          </a:lstStyle>
          <a:p xmlns:a="http://schemas.openxmlformats.org/drawingml/2006/main">
            <a:pPr algn="l">
              <a:defRPr sz="2250" b="0">
                <a:solidFill>
                  <a:srgbClr val="526773"/>
                </a:solidFill>
                <a:latin typeface="Arial"/>
                <a:ea typeface="Arial"/>
                <a:cs typeface="Arial"/>
              </a:defRPr>
            </a:pPr>
            <a:r>
              <a:rPr sz="2250" b="0">
                <a:solidFill>
                  <a:srgbClr val="526773"/>
                </a:solidFill>
                <a:latin typeface="Arial"/>
                <a:ea typeface="Arial"/>
                <a:cs typeface="Arial"/>
              </a:rPr>
              <a:t>A short action can fall between default samples.</a:t>
            </a:r>
          </a:p>
        </p:txBody>
      </p:sp>
      <p:sp>
        <p:nvSpPr>
          <p:cNvPr id="4" name="time-axis">
            <a:extLst xmlns:a="http://schemas.openxmlformats.org/drawingml/2006/main">
              <a:ext uri="{FF2B5EF4-FFF2-40B4-BE49-F238E27FC236}">
                <a16:creationId xmlns:a16="http://schemas.microsoft.com/office/drawing/2014/main" id="{4A3AF663-07A6-4753-8A9F-D03659542545}"/>
              </a:ext>
            </a:extLst>
          </p:cNvPr>
          <p:cNvSpPr>
            <a:spLocks xmlns:a="http://schemas.openxmlformats.org/drawingml/2006/main" noGrp="1"/>
          </p:cNvSpPr>
          <p:nvPr/>
        </p:nvSpPr>
        <p:spPr>
          <a:xfrm xmlns:a="http://schemas.openxmlformats.org/drawingml/2006/main">
            <a:off x="781050" y="2552700"/>
            <a:ext cx="10477500" cy="0"/>
          </a:xfrm>
          <a:prstGeom xmlns:a="http://schemas.openxmlformats.org/drawingml/2006/main" prst="line">
            <a:avLst/>
          </a:prstGeom>
          <a:noFill xmlns:a="http://schemas.openxmlformats.org/drawingml/2006/main"/>
          <a:ln xmlns:a="http://schemas.openxmlformats.org/drawingml/2006/main" w="28575">
            <a:solidFill>
              <a:srgbClr val="A8BAC5"/>
            </a:solidFill>
            <a:prstDash val="solid"/>
          </a:ln>
        </p:spPr>
      </p:sp>
      <p:sp>
        <p:nvSpPr>
          <p:cNvPr id="5" name="action-window">
            <a:extLst xmlns:a="http://schemas.openxmlformats.org/drawingml/2006/main">
              <a:ext uri="{FF2B5EF4-FFF2-40B4-BE49-F238E27FC236}">
                <a16:creationId xmlns:a16="http://schemas.microsoft.com/office/drawing/2014/main" id="{A1929463-29AC-40FE-8B00-9C135A4293B4}"/>
              </a:ext>
            </a:extLst>
          </p:cNvPr>
          <p:cNvSpPr>
            <a:spLocks xmlns:a="http://schemas.openxmlformats.org/drawingml/2006/main" noGrp="1"/>
          </p:cNvSpPr>
          <p:nvPr/>
        </p:nvSpPr>
        <p:spPr>
          <a:xfrm xmlns:a="http://schemas.openxmlformats.org/drawingml/2006/main">
            <a:off x="2527300" y="2381250"/>
            <a:ext cx="261938" cy="342900"/>
          </a:xfrm>
          <a:prstGeom xmlns:a="http://schemas.openxmlformats.org/drawingml/2006/main" prst="rect">
            <a:avLst/>
          </a:prstGeom>
          <a:solidFill xmlns:a="http://schemas.openxmlformats.org/drawingml/2006/main">
            <a:srgbClr val="7248B4"/>
          </a:solidFill>
          <a:ln xmlns:a="http://schemas.openxmlformats.org/drawingml/2006/main" w="0">
            <a:noFill/>
            <a:prstDash val="solid"/>
          </a:ln>
        </p:spPr>
      </p:sp>
      <p:sp>
        <p:nvSpPr>
          <p:cNvPr id="6" name="default-sample-0">
            <a:extLst xmlns:a="http://schemas.openxmlformats.org/drawingml/2006/main">
              <a:ext uri="{FF2B5EF4-FFF2-40B4-BE49-F238E27FC236}">
                <a16:creationId xmlns:a16="http://schemas.microsoft.com/office/drawing/2014/main" id="{6C3E7C9D-CBB5-46A3-B92C-A23AF131E0B6}"/>
              </a:ext>
            </a:extLst>
          </p:cNvPr>
          <p:cNvSpPr>
            <a:spLocks xmlns:a="http://schemas.openxmlformats.org/drawingml/2006/main" noGrp="1"/>
          </p:cNvSpPr>
          <p:nvPr/>
        </p:nvSpPr>
        <p:spPr>
          <a:xfrm xmlns:a="http://schemas.openxmlformats.org/drawingml/2006/main">
            <a:off x="733425" y="2505075"/>
            <a:ext cx="95250" cy="95250"/>
          </a:xfrm>
          <a:prstGeom xmlns:a="http://schemas.openxmlformats.org/drawingml/2006/main" prst="ellipse">
            <a:avLst/>
          </a:prstGeom>
          <a:solidFill xmlns:a="http://schemas.openxmlformats.org/drawingml/2006/main">
            <a:srgbClr val="526773"/>
          </a:solidFill>
          <a:ln xmlns:a="http://schemas.openxmlformats.org/drawingml/2006/main" w="0">
            <a:noFill/>
            <a:prstDash val="solid"/>
          </a:ln>
        </p:spPr>
      </p:sp>
      <p:sp>
        <p:nvSpPr>
          <p:cNvPr id="7" name="default-sample-1">
            <a:extLst xmlns:a="http://schemas.openxmlformats.org/drawingml/2006/main">
              <a:ext uri="{FF2B5EF4-FFF2-40B4-BE49-F238E27FC236}">
                <a16:creationId xmlns:a16="http://schemas.microsoft.com/office/drawing/2014/main" id="{E6A23C2C-4B7E-466D-AD75-0A599B5FFD10}"/>
              </a:ext>
            </a:extLst>
          </p:cNvPr>
          <p:cNvSpPr>
            <a:spLocks xmlns:a="http://schemas.openxmlformats.org/drawingml/2006/main" noGrp="1"/>
          </p:cNvSpPr>
          <p:nvPr/>
        </p:nvSpPr>
        <p:spPr>
          <a:xfrm xmlns:a="http://schemas.openxmlformats.org/drawingml/2006/main">
            <a:off x="1257300" y="2505075"/>
            <a:ext cx="95250" cy="95250"/>
          </a:xfrm>
          <a:prstGeom xmlns:a="http://schemas.openxmlformats.org/drawingml/2006/main" prst="ellipse">
            <a:avLst/>
          </a:prstGeom>
          <a:solidFill xmlns:a="http://schemas.openxmlformats.org/drawingml/2006/main">
            <a:srgbClr val="526773"/>
          </a:solidFill>
          <a:ln xmlns:a="http://schemas.openxmlformats.org/drawingml/2006/main" w="0">
            <a:noFill/>
            <a:prstDash val="solid"/>
          </a:ln>
        </p:spPr>
      </p:sp>
      <p:sp>
        <p:nvSpPr>
          <p:cNvPr id="8" name="default-sample-2">
            <a:extLst xmlns:a="http://schemas.openxmlformats.org/drawingml/2006/main">
              <a:ext uri="{FF2B5EF4-FFF2-40B4-BE49-F238E27FC236}">
                <a16:creationId xmlns:a16="http://schemas.microsoft.com/office/drawing/2014/main" id="{5DED4A4E-14E7-42D0-A953-49D4FBD57E54}"/>
              </a:ext>
            </a:extLst>
          </p:cNvPr>
          <p:cNvSpPr>
            <a:spLocks xmlns:a="http://schemas.openxmlformats.org/drawingml/2006/main" noGrp="1"/>
          </p:cNvSpPr>
          <p:nvPr/>
        </p:nvSpPr>
        <p:spPr>
          <a:xfrm xmlns:a="http://schemas.openxmlformats.org/drawingml/2006/main">
            <a:off x="2043113" y="2505075"/>
            <a:ext cx="95250" cy="95250"/>
          </a:xfrm>
          <a:prstGeom xmlns:a="http://schemas.openxmlformats.org/drawingml/2006/main" prst="ellipse">
            <a:avLst/>
          </a:prstGeom>
          <a:solidFill xmlns:a="http://schemas.openxmlformats.org/drawingml/2006/main">
            <a:srgbClr val="526773"/>
          </a:solidFill>
          <a:ln xmlns:a="http://schemas.openxmlformats.org/drawingml/2006/main" w="0">
            <a:noFill/>
            <a:prstDash val="solid"/>
          </a:ln>
        </p:spPr>
      </p:sp>
      <p:sp>
        <p:nvSpPr>
          <p:cNvPr id="9" name="default-sample-3">
            <a:extLst xmlns:a="http://schemas.openxmlformats.org/drawingml/2006/main">
              <a:ext uri="{FF2B5EF4-FFF2-40B4-BE49-F238E27FC236}">
                <a16:creationId xmlns:a16="http://schemas.microsoft.com/office/drawing/2014/main" id="{453C2C13-4095-4A16-9DFF-82EBAF8626C0}"/>
              </a:ext>
            </a:extLst>
          </p:cNvPr>
          <p:cNvSpPr>
            <a:spLocks xmlns:a="http://schemas.openxmlformats.org/drawingml/2006/main" noGrp="1"/>
          </p:cNvSpPr>
          <p:nvPr/>
        </p:nvSpPr>
        <p:spPr>
          <a:xfrm xmlns:a="http://schemas.openxmlformats.org/drawingml/2006/main">
            <a:off x="3352800" y="2505075"/>
            <a:ext cx="95250" cy="95250"/>
          </a:xfrm>
          <a:prstGeom xmlns:a="http://schemas.openxmlformats.org/drawingml/2006/main" prst="ellipse">
            <a:avLst/>
          </a:prstGeom>
          <a:solidFill xmlns:a="http://schemas.openxmlformats.org/drawingml/2006/main">
            <a:srgbClr val="526773"/>
          </a:solidFill>
          <a:ln xmlns:a="http://schemas.openxmlformats.org/drawingml/2006/main" w="0">
            <a:noFill/>
            <a:prstDash val="solid"/>
          </a:ln>
        </p:spPr>
      </p:sp>
      <p:sp>
        <p:nvSpPr>
          <p:cNvPr id="10" name="default-sample-4">
            <a:extLst xmlns:a="http://schemas.openxmlformats.org/drawingml/2006/main">
              <a:ext uri="{FF2B5EF4-FFF2-40B4-BE49-F238E27FC236}">
                <a16:creationId xmlns:a16="http://schemas.microsoft.com/office/drawing/2014/main" id="{A78CF6DC-B540-42EB-A6CA-C98D601B53FC}"/>
              </a:ext>
            </a:extLst>
          </p:cNvPr>
          <p:cNvSpPr>
            <a:spLocks xmlns:a="http://schemas.openxmlformats.org/drawingml/2006/main" noGrp="1"/>
          </p:cNvSpPr>
          <p:nvPr/>
        </p:nvSpPr>
        <p:spPr>
          <a:xfrm xmlns:a="http://schemas.openxmlformats.org/drawingml/2006/main">
            <a:off x="5972175" y="2505075"/>
            <a:ext cx="95250" cy="95250"/>
          </a:xfrm>
          <a:prstGeom xmlns:a="http://schemas.openxmlformats.org/drawingml/2006/main" prst="ellipse">
            <a:avLst/>
          </a:prstGeom>
          <a:solidFill xmlns:a="http://schemas.openxmlformats.org/drawingml/2006/main">
            <a:srgbClr val="526773"/>
          </a:solidFill>
          <a:ln xmlns:a="http://schemas.openxmlformats.org/drawingml/2006/main" w="0">
            <a:noFill/>
            <a:prstDash val="solid"/>
          </a:ln>
        </p:spPr>
      </p:sp>
      <p:sp>
        <p:nvSpPr>
          <p:cNvPr id="11" name="default-sample-5">
            <a:extLst xmlns:a="http://schemas.openxmlformats.org/drawingml/2006/main">
              <a:ext uri="{FF2B5EF4-FFF2-40B4-BE49-F238E27FC236}">
                <a16:creationId xmlns:a16="http://schemas.microsoft.com/office/drawing/2014/main" id="{160767AB-3E97-4609-8789-0C106D97E5EB}"/>
              </a:ext>
            </a:extLst>
          </p:cNvPr>
          <p:cNvSpPr>
            <a:spLocks xmlns:a="http://schemas.openxmlformats.org/drawingml/2006/main" noGrp="1"/>
          </p:cNvSpPr>
          <p:nvPr/>
        </p:nvSpPr>
        <p:spPr>
          <a:xfrm xmlns:a="http://schemas.openxmlformats.org/drawingml/2006/main">
            <a:off x="8591550" y="2505075"/>
            <a:ext cx="95250" cy="95250"/>
          </a:xfrm>
          <a:prstGeom xmlns:a="http://schemas.openxmlformats.org/drawingml/2006/main" prst="ellipse">
            <a:avLst/>
          </a:prstGeom>
          <a:solidFill xmlns:a="http://schemas.openxmlformats.org/drawingml/2006/main">
            <a:srgbClr val="526773"/>
          </a:solidFill>
          <a:ln xmlns:a="http://schemas.openxmlformats.org/drawingml/2006/main" w="0">
            <a:noFill/>
            <a:prstDash val="solid"/>
          </a:ln>
        </p:spPr>
      </p:sp>
      <p:sp>
        <p:nvSpPr>
          <p:cNvPr id="12" name="default-sample-6">
            <a:extLst xmlns:a="http://schemas.openxmlformats.org/drawingml/2006/main">
              <a:ext uri="{FF2B5EF4-FFF2-40B4-BE49-F238E27FC236}">
                <a16:creationId xmlns:a16="http://schemas.microsoft.com/office/drawing/2014/main" id="{1A7CD937-9BD4-4DFA-854E-3A51A050CF99}"/>
              </a:ext>
            </a:extLst>
          </p:cNvPr>
          <p:cNvSpPr>
            <a:spLocks xmlns:a="http://schemas.openxmlformats.org/drawingml/2006/main" noGrp="1"/>
          </p:cNvSpPr>
          <p:nvPr/>
        </p:nvSpPr>
        <p:spPr>
          <a:xfrm xmlns:a="http://schemas.openxmlformats.org/drawingml/2006/main">
            <a:off x="10163175" y="2505075"/>
            <a:ext cx="95250" cy="95250"/>
          </a:xfrm>
          <a:prstGeom xmlns:a="http://schemas.openxmlformats.org/drawingml/2006/main" prst="ellipse">
            <a:avLst/>
          </a:prstGeom>
          <a:solidFill xmlns:a="http://schemas.openxmlformats.org/drawingml/2006/main">
            <a:srgbClr val="526773"/>
          </a:solidFill>
          <a:ln xmlns:a="http://schemas.openxmlformats.org/drawingml/2006/main" w="0">
            <a:noFill/>
            <a:prstDash val="solid"/>
          </a:ln>
        </p:spPr>
      </p:sp>
      <p:sp>
        <p:nvSpPr>
          <p:cNvPr id="13" name="default-sample-7">
            <a:extLst xmlns:a="http://schemas.openxmlformats.org/drawingml/2006/main">
              <a:ext uri="{FF2B5EF4-FFF2-40B4-BE49-F238E27FC236}">
                <a16:creationId xmlns:a16="http://schemas.microsoft.com/office/drawing/2014/main" id="{19DF4312-FB5E-4735-B6C0-424BC82A1A35}"/>
              </a:ext>
            </a:extLst>
          </p:cNvPr>
          <p:cNvSpPr>
            <a:spLocks xmlns:a="http://schemas.openxmlformats.org/drawingml/2006/main" noGrp="1"/>
          </p:cNvSpPr>
          <p:nvPr/>
        </p:nvSpPr>
        <p:spPr>
          <a:xfrm xmlns:a="http://schemas.openxmlformats.org/drawingml/2006/main">
            <a:off x="11106150" y="2505075"/>
            <a:ext cx="95250" cy="95250"/>
          </a:xfrm>
          <a:prstGeom xmlns:a="http://schemas.openxmlformats.org/drawingml/2006/main" prst="ellipse">
            <a:avLst/>
          </a:prstGeom>
          <a:solidFill xmlns:a="http://schemas.openxmlformats.org/drawingml/2006/main">
            <a:srgbClr val="526773"/>
          </a:solidFill>
          <a:ln xmlns:a="http://schemas.openxmlformats.org/drawingml/2006/main" w="0">
            <a:noFill/>
            <a:prstDash val="solid"/>
          </a:ln>
        </p:spPr>
      </p:sp>
      <p:sp>
        <p:nvSpPr>
          <p:cNvPr id="14" name="event-label">
            <a:extLst xmlns:a="http://schemas.openxmlformats.org/drawingml/2006/main">
              <a:ext uri="{FF2B5EF4-FFF2-40B4-BE49-F238E27FC236}">
                <a16:creationId xmlns:a16="http://schemas.microsoft.com/office/drawing/2014/main" id="{3CC482ED-66B0-42A8-9DED-B28B460ADF76}"/>
              </a:ext>
            </a:extLst>
          </p:cNvPr>
          <p:cNvSpPr>
            <a:spLocks xmlns:a="http://schemas.openxmlformats.org/drawingml/2006/main" noGrp="1"/>
          </p:cNvSpPr>
          <p:nvPr/>
        </p:nvSpPr>
        <p:spPr>
          <a:xfrm xmlns:a="http://schemas.openxmlformats.org/drawingml/2006/main">
            <a:off x="2000250" y="1885950"/>
            <a:ext cx="55245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l">
              <a:defRPr sz="2025" b="1">
                <a:solidFill>
                  <a:srgbClr val="7248B4"/>
                </a:solidFill>
                <a:latin typeface="Arial"/>
                <a:ea typeface="Arial"/>
                <a:cs typeface="Arial"/>
              </a:defRPr>
            </a:defPPr>
            <a:lvl1pPr algn="l">
              <a:defRPr sz="2025" b="1">
                <a:solidFill>
                  <a:srgbClr val="7248B4"/>
                </a:solidFill>
                <a:latin typeface="Arial"/>
                <a:ea typeface="Arial"/>
                <a:cs typeface="Arial"/>
              </a:defRPr>
            </a:lvl1pPr>
            <a:lvl2pPr algn="l">
              <a:defRPr sz="2025" b="1">
                <a:solidFill>
                  <a:srgbClr val="7248B4"/>
                </a:solidFill>
                <a:latin typeface="Arial"/>
                <a:ea typeface="Arial"/>
                <a:cs typeface="Arial"/>
              </a:defRPr>
            </a:lvl2pPr>
            <a:lvl3pPr algn="l">
              <a:defRPr sz="2025" b="1">
                <a:solidFill>
                  <a:srgbClr val="7248B4"/>
                </a:solidFill>
                <a:latin typeface="Arial"/>
                <a:ea typeface="Arial"/>
                <a:cs typeface="Arial"/>
              </a:defRPr>
            </a:lvl3pPr>
            <a:lvl4pPr algn="l">
              <a:defRPr sz="2025" b="1">
                <a:solidFill>
                  <a:srgbClr val="7248B4"/>
                </a:solidFill>
                <a:latin typeface="Arial"/>
                <a:ea typeface="Arial"/>
                <a:cs typeface="Arial"/>
              </a:defRPr>
            </a:lvl4pPr>
            <a:lvl5pPr algn="l">
              <a:defRPr sz="2025" b="1">
                <a:solidFill>
                  <a:srgbClr val="7248B4"/>
                </a:solidFill>
                <a:latin typeface="Arial"/>
                <a:ea typeface="Arial"/>
                <a:cs typeface="Arial"/>
              </a:defRPr>
            </a:lvl5pPr>
            <a:lvl6pPr algn="l">
              <a:defRPr sz="2025" b="1">
                <a:solidFill>
                  <a:srgbClr val="7248B4"/>
                </a:solidFill>
                <a:latin typeface="Arial"/>
                <a:ea typeface="Arial"/>
                <a:cs typeface="Arial"/>
              </a:defRPr>
            </a:lvl6pPr>
            <a:lvl7pPr algn="l">
              <a:defRPr sz="2025" b="1">
                <a:solidFill>
                  <a:srgbClr val="7248B4"/>
                </a:solidFill>
                <a:latin typeface="Arial"/>
                <a:ea typeface="Arial"/>
                <a:cs typeface="Arial"/>
              </a:defRPr>
            </a:lvl7pPr>
            <a:lvl8pPr algn="l">
              <a:defRPr sz="2025" b="1">
                <a:solidFill>
                  <a:srgbClr val="7248B4"/>
                </a:solidFill>
                <a:latin typeface="Arial"/>
                <a:ea typeface="Arial"/>
                <a:cs typeface="Arial"/>
              </a:defRPr>
            </a:lvl8pPr>
            <a:lvl9pPr algn="l">
              <a:defRPr sz="2025" b="1">
                <a:solidFill>
                  <a:srgbClr val="7248B4"/>
                </a:solidFill>
                <a:latin typeface="Arial"/>
                <a:ea typeface="Arial"/>
                <a:cs typeface="Arial"/>
              </a:defRPr>
            </a:lvl9pPr>
          </a:lstStyle>
          <a:p xmlns:a="http://schemas.openxmlformats.org/drawingml/2006/main">
            <a:pPr algn="l">
              <a:defRPr sz="2025" b="1">
                <a:solidFill>
                  <a:srgbClr val="7248B4"/>
                </a:solidFill>
                <a:latin typeface="Arial"/>
                <a:ea typeface="Arial"/>
                <a:cs typeface="Arial"/>
              </a:defRPr>
            </a:pPr>
            <a:r>
              <a:rPr sz="2025" b="1">
                <a:solidFill>
                  <a:srgbClr val="7248B4"/>
                </a:solidFill>
                <a:latin typeface="Arial"/>
                <a:ea typeface="Arial"/>
                <a:cs typeface="Arial"/>
              </a:rPr>
              <a:t>300 ms action at 2.0–2.3 s</a:t>
            </a:r>
          </a:p>
        </p:txBody>
      </p:sp>
      <p:sp>
        <p:nvSpPr>
          <p:cNvPr id="15" name="time-start">
            <a:extLst xmlns:a="http://schemas.openxmlformats.org/drawingml/2006/main">
              <a:ext uri="{FF2B5EF4-FFF2-40B4-BE49-F238E27FC236}">
                <a16:creationId xmlns:a16="http://schemas.microsoft.com/office/drawing/2014/main" id="{35EB399C-0B30-4740-824F-D0DC1D710CA7}"/>
              </a:ext>
            </a:extLst>
          </p:cNvPr>
          <p:cNvSpPr>
            <a:spLocks xmlns:a="http://schemas.openxmlformats.org/drawingml/2006/main" noGrp="1"/>
          </p:cNvSpPr>
          <p:nvPr/>
        </p:nvSpPr>
        <p:spPr>
          <a:xfrm xmlns:a="http://schemas.openxmlformats.org/drawingml/2006/main">
            <a:off x="666750" y="2733675"/>
            <a:ext cx="857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l">
              <a:defRPr sz="1725" b="0">
                <a:solidFill>
                  <a:srgbClr val="526773"/>
                </a:solidFill>
                <a:latin typeface="Arial"/>
                <a:ea typeface="Arial"/>
                <a:cs typeface="Arial"/>
              </a:defRPr>
            </a:defPPr>
            <a:lvl1pPr algn="l">
              <a:defRPr sz="1725" b="0">
                <a:solidFill>
                  <a:srgbClr val="526773"/>
                </a:solidFill>
                <a:latin typeface="Arial"/>
                <a:ea typeface="Arial"/>
                <a:cs typeface="Arial"/>
              </a:defRPr>
            </a:lvl1pPr>
            <a:lvl2pPr algn="l">
              <a:defRPr sz="1725" b="0">
                <a:solidFill>
                  <a:srgbClr val="526773"/>
                </a:solidFill>
                <a:latin typeface="Arial"/>
                <a:ea typeface="Arial"/>
                <a:cs typeface="Arial"/>
              </a:defRPr>
            </a:lvl2pPr>
            <a:lvl3pPr algn="l">
              <a:defRPr sz="1725" b="0">
                <a:solidFill>
                  <a:srgbClr val="526773"/>
                </a:solidFill>
                <a:latin typeface="Arial"/>
                <a:ea typeface="Arial"/>
                <a:cs typeface="Arial"/>
              </a:defRPr>
            </a:lvl3pPr>
            <a:lvl4pPr algn="l">
              <a:defRPr sz="1725" b="0">
                <a:solidFill>
                  <a:srgbClr val="526773"/>
                </a:solidFill>
                <a:latin typeface="Arial"/>
                <a:ea typeface="Arial"/>
                <a:cs typeface="Arial"/>
              </a:defRPr>
            </a:lvl4pPr>
            <a:lvl5pPr algn="l">
              <a:defRPr sz="1725" b="0">
                <a:solidFill>
                  <a:srgbClr val="526773"/>
                </a:solidFill>
                <a:latin typeface="Arial"/>
                <a:ea typeface="Arial"/>
                <a:cs typeface="Arial"/>
              </a:defRPr>
            </a:lvl5pPr>
            <a:lvl6pPr algn="l">
              <a:defRPr sz="1725" b="0">
                <a:solidFill>
                  <a:srgbClr val="526773"/>
                </a:solidFill>
                <a:latin typeface="Arial"/>
                <a:ea typeface="Arial"/>
                <a:cs typeface="Arial"/>
              </a:defRPr>
            </a:lvl6pPr>
            <a:lvl7pPr algn="l">
              <a:defRPr sz="1725" b="0">
                <a:solidFill>
                  <a:srgbClr val="526773"/>
                </a:solidFill>
                <a:latin typeface="Arial"/>
                <a:ea typeface="Arial"/>
                <a:cs typeface="Arial"/>
              </a:defRPr>
            </a:lvl7pPr>
            <a:lvl8pPr algn="l">
              <a:defRPr sz="1725" b="0">
                <a:solidFill>
                  <a:srgbClr val="526773"/>
                </a:solidFill>
                <a:latin typeface="Arial"/>
                <a:ea typeface="Arial"/>
                <a:cs typeface="Arial"/>
              </a:defRPr>
            </a:lvl8pPr>
            <a:lvl9pPr algn="l">
              <a:defRPr sz="1725" b="0">
                <a:solidFill>
                  <a:srgbClr val="526773"/>
                </a:solidFill>
                <a:latin typeface="Arial"/>
                <a:ea typeface="Arial"/>
                <a:cs typeface="Arial"/>
              </a:defRPr>
            </a:lvl9pPr>
          </a:lstStyle>
          <a:p xmlns:a="http://schemas.openxmlformats.org/drawingml/2006/main">
            <a:pPr algn="l">
              <a:defRPr sz="1725" b="0">
                <a:solidFill>
                  <a:srgbClr val="526773"/>
                </a:solidFill>
                <a:latin typeface="Arial"/>
                <a:ea typeface="Arial"/>
                <a:cs typeface="Arial"/>
              </a:defRPr>
            </a:pPr>
            <a:r>
              <a:rPr sz="1725" b="0">
                <a:solidFill>
                  <a:srgbClr val="526773"/>
                </a:solidFill>
                <a:latin typeface="Arial"/>
                <a:ea typeface="Arial"/>
                <a:cs typeface="Arial"/>
              </a:rPr>
              <a:t>0 s</a:t>
            </a:r>
          </a:p>
        </p:txBody>
      </p:sp>
      <p:sp>
        <p:nvSpPr>
          <p:cNvPr id="16" name="time-end">
            <a:extLst xmlns:a="http://schemas.openxmlformats.org/drawingml/2006/main">
              <a:ext uri="{FF2B5EF4-FFF2-40B4-BE49-F238E27FC236}">
                <a16:creationId xmlns:a16="http://schemas.microsoft.com/office/drawing/2014/main" id="{6C123ACE-F63E-4B6F-B2B4-BBB790A47329}"/>
              </a:ext>
            </a:extLst>
          </p:cNvPr>
          <p:cNvSpPr>
            <a:spLocks xmlns:a="http://schemas.openxmlformats.org/drawingml/2006/main" noGrp="1"/>
          </p:cNvSpPr>
          <p:nvPr/>
        </p:nvSpPr>
        <p:spPr>
          <a:xfrm xmlns:a="http://schemas.openxmlformats.org/drawingml/2006/main">
            <a:off x="10629900" y="2733675"/>
            <a:ext cx="857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l">
              <a:defRPr sz="1725" b="0">
                <a:solidFill>
                  <a:srgbClr val="526773"/>
                </a:solidFill>
                <a:latin typeface="Arial"/>
                <a:ea typeface="Arial"/>
                <a:cs typeface="Arial"/>
              </a:defRPr>
            </a:defPPr>
            <a:lvl1pPr algn="l">
              <a:defRPr sz="1725" b="0">
                <a:solidFill>
                  <a:srgbClr val="526773"/>
                </a:solidFill>
                <a:latin typeface="Arial"/>
                <a:ea typeface="Arial"/>
                <a:cs typeface="Arial"/>
              </a:defRPr>
            </a:lvl1pPr>
            <a:lvl2pPr algn="l">
              <a:defRPr sz="1725" b="0">
                <a:solidFill>
                  <a:srgbClr val="526773"/>
                </a:solidFill>
                <a:latin typeface="Arial"/>
                <a:ea typeface="Arial"/>
                <a:cs typeface="Arial"/>
              </a:defRPr>
            </a:lvl2pPr>
            <a:lvl3pPr algn="l">
              <a:defRPr sz="1725" b="0">
                <a:solidFill>
                  <a:srgbClr val="526773"/>
                </a:solidFill>
                <a:latin typeface="Arial"/>
                <a:ea typeface="Arial"/>
                <a:cs typeface="Arial"/>
              </a:defRPr>
            </a:lvl3pPr>
            <a:lvl4pPr algn="l">
              <a:defRPr sz="1725" b="0">
                <a:solidFill>
                  <a:srgbClr val="526773"/>
                </a:solidFill>
                <a:latin typeface="Arial"/>
                <a:ea typeface="Arial"/>
                <a:cs typeface="Arial"/>
              </a:defRPr>
            </a:lvl4pPr>
            <a:lvl5pPr algn="l">
              <a:defRPr sz="1725" b="0">
                <a:solidFill>
                  <a:srgbClr val="526773"/>
                </a:solidFill>
                <a:latin typeface="Arial"/>
                <a:ea typeface="Arial"/>
                <a:cs typeface="Arial"/>
              </a:defRPr>
            </a:lvl5pPr>
            <a:lvl6pPr algn="l">
              <a:defRPr sz="1725" b="0">
                <a:solidFill>
                  <a:srgbClr val="526773"/>
                </a:solidFill>
                <a:latin typeface="Arial"/>
                <a:ea typeface="Arial"/>
                <a:cs typeface="Arial"/>
              </a:defRPr>
            </a:lvl6pPr>
            <a:lvl7pPr algn="l">
              <a:defRPr sz="1725" b="0">
                <a:solidFill>
                  <a:srgbClr val="526773"/>
                </a:solidFill>
                <a:latin typeface="Arial"/>
                <a:ea typeface="Arial"/>
                <a:cs typeface="Arial"/>
              </a:defRPr>
            </a:lvl7pPr>
            <a:lvl8pPr algn="l">
              <a:defRPr sz="1725" b="0">
                <a:solidFill>
                  <a:srgbClr val="526773"/>
                </a:solidFill>
                <a:latin typeface="Arial"/>
                <a:ea typeface="Arial"/>
                <a:cs typeface="Arial"/>
              </a:defRPr>
            </a:lvl8pPr>
            <a:lvl9pPr algn="l">
              <a:defRPr sz="1725" b="0">
                <a:solidFill>
                  <a:srgbClr val="526773"/>
                </a:solidFill>
                <a:latin typeface="Arial"/>
                <a:ea typeface="Arial"/>
                <a:cs typeface="Arial"/>
              </a:defRPr>
            </a:lvl9pPr>
          </a:lstStyle>
          <a:p xmlns:a="http://schemas.openxmlformats.org/drawingml/2006/main">
            <a:pPr algn="l">
              <a:defRPr sz="1725" b="0">
                <a:solidFill>
                  <a:srgbClr val="526773"/>
                </a:solidFill>
                <a:latin typeface="Arial"/>
                <a:ea typeface="Arial"/>
                <a:cs typeface="Arial"/>
              </a:defRPr>
            </a:pPr>
            <a:r>
              <a:rPr sz="1725" b="0">
                <a:solidFill>
                  <a:srgbClr val="526773"/>
                </a:solidFill>
                <a:latin typeface="Arial"/>
                <a:ea typeface="Arial"/>
                <a:cs typeface="Arial"/>
              </a:rPr>
              <a:t>12 s</a:t>
            </a:r>
          </a:p>
        </p:txBody>
      </p:sp>
      <p:sp>
        <p:nvSpPr>
          <p:cNvPr id="17" name="default-label">
            <a:extLst xmlns:a="http://schemas.openxmlformats.org/drawingml/2006/main">
              <a:ext uri="{FF2B5EF4-FFF2-40B4-BE49-F238E27FC236}">
                <a16:creationId xmlns:a16="http://schemas.microsoft.com/office/drawing/2014/main" id="{C216680E-3391-478C-845F-4815C8697AA2}"/>
              </a:ext>
            </a:extLst>
          </p:cNvPr>
          <p:cNvSpPr>
            <a:spLocks xmlns:a="http://schemas.openxmlformats.org/drawingml/2006/main" noGrp="1"/>
          </p:cNvSpPr>
          <p:nvPr/>
        </p:nvSpPr>
        <p:spPr>
          <a:xfrm xmlns:a="http://schemas.openxmlformats.org/drawingml/2006/main">
            <a:off x="666750" y="3209925"/>
            <a:ext cx="106680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l">
              <a:defRPr sz="2100" b="0">
                <a:solidFill>
                  <a:srgbClr val="16242B"/>
                </a:solidFill>
                <a:latin typeface="Arial"/>
                <a:ea typeface="Arial"/>
                <a:cs typeface="Arial"/>
              </a:defRPr>
            </a:defPPr>
            <a:lvl1pPr algn="l">
              <a:defRPr sz="2100" b="0">
                <a:solidFill>
                  <a:srgbClr val="16242B"/>
                </a:solidFill>
                <a:latin typeface="Arial"/>
                <a:ea typeface="Arial"/>
                <a:cs typeface="Arial"/>
              </a:defRPr>
            </a:lvl1pPr>
            <a:lvl2pPr algn="l">
              <a:defRPr sz="2100" b="0">
                <a:solidFill>
                  <a:srgbClr val="16242B"/>
                </a:solidFill>
                <a:latin typeface="Arial"/>
                <a:ea typeface="Arial"/>
                <a:cs typeface="Arial"/>
              </a:defRPr>
            </a:lvl2pPr>
            <a:lvl3pPr algn="l">
              <a:defRPr sz="2100" b="0">
                <a:solidFill>
                  <a:srgbClr val="16242B"/>
                </a:solidFill>
                <a:latin typeface="Arial"/>
                <a:ea typeface="Arial"/>
                <a:cs typeface="Arial"/>
              </a:defRPr>
            </a:lvl3pPr>
            <a:lvl4pPr algn="l">
              <a:defRPr sz="2100" b="0">
                <a:solidFill>
                  <a:srgbClr val="16242B"/>
                </a:solidFill>
                <a:latin typeface="Arial"/>
                <a:ea typeface="Arial"/>
                <a:cs typeface="Arial"/>
              </a:defRPr>
            </a:lvl4pPr>
            <a:lvl5pPr algn="l">
              <a:defRPr sz="2100" b="0">
                <a:solidFill>
                  <a:srgbClr val="16242B"/>
                </a:solidFill>
                <a:latin typeface="Arial"/>
                <a:ea typeface="Arial"/>
                <a:cs typeface="Arial"/>
              </a:defRPr>
            </a:lvl5pPr>
            <a:lvl6pPr algn="l">
              <a:defRPr sz="2100" b="0">
                <a:solidFill>
                  <a:srgbClr val="16242B"/>
                </a:solidFill>
                <a:latin typeface="Arial"/>
                <a:ea typeface="Arial"/>
                <a:cs typeface="Arial"/>
              </a:defRPr>
            </a:lvl6pPr>
            <a:lvl7pPr algn="l">
              <a:defRPr sz="2100" b="0">
                <a:solidFill>
                  <a:srgbClr val="16242B"/>
                </a:solidFill>
                <a:latin typeface="Arial"/>
                <a:ea typeface="Arial"/>
                <a:cs typeface="Arial"/>
              </a:defRPr>
            </a:lvl7pPr>
            <a:lvl8pPr algn="l">
              <a:defRPr sz="2100" b="0">
                <a:solidFill>
                  <a:srgbClr val="16242B"/>
                </a:solidFill>
                <a:latin typeface="Arial"/>
                <a:ea typeface="Arial"/>
                <a:cs typeface="Arial"/>
              </a:defRPr>
            </a:lvl8pPr>
            <a:lvl9pPr algn="l">
              <a:defRPr sz="2100" b="0">
                <a:solidFill>
                  <a:srgbClr val="16242B"/>
                </a:solidFill>
                <a:latin typeface="Arial"/>
                <a:ea typeface="Arial"/>
                <a:cs typeface="Arial"/>
              </a:defRPr>
            </a:lvl9pPr>
          </a:lstStyle>
          <a:p xmlns:a="http://schemas.openxmlformats.org/drawingml/2006/main">
            <a:pPr algn="l">
              <a:defRPr sz="2100" b="0">
                <a:solidFill>
                  <a:srgbClr val="16242B"/>
                </a:solidFill>
                <a:latin typeface="Arial"/>
                <a:ea typeface="Arial"/>
                <a:cs typeface="Arial"/>
              </a:defRPr>
            </a:pPr>
            <a:r>
              <a:rPr sz="2100" b="0">
                <a:solidFill>
                  <a:srgbClr val="16242B"/>
                </a:solidFill>
                <a:latin typeface="Arial"/>
                <a:ea typeface="Arial"/>
                <a:cs typeface="Arial"/>
              </a:rPr>
              <a:t>Default fractions miss the change in this 12-second test.</a:t>
            </a:r>
          </a:p>
        </p:txBody>
      </p:sp>
      <p:sp>
        <p:nvSpPr>
          <p:cNvPr id="18" name="explicit-title">
            <a:extLst xmlns:a="http://schemas.openxmlformats.org/drawingml/2006/main">
              <a:ext uri="{FF2B5EF4-FFF2-40B4-BE49-F238E27FC236}">
                <a16:creationId xmlns:a16="http://schemas.microsoft.com/office/drawing/2014/main" id="{F024E6F9-0C6C-41BE-A0DC-9F199F268665}"/>
              </a:ext>
            </a:extLst>
          </p:cNvPr>
          <p:cNvSpPr>
            <a:spLocks xmlns:a="http://schemas.openxmlformats.org/drawingml/2006/main" noGrp="1"/>
          </p:cNvSpPr>
          <p:nvPr/>
        </p:nvSpPr>
        <p:spPr>
          <a:xfrm xmlns:a="http://schemas.openxmlformats.org/drawingml/2006/main">
            <a:off x="666750" y="3962400"/>
            <a:ext cx="104775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l">
              <a:defRPr sz="2400" b="1">
                <a:solidFill>
                  <a:srgbClr val="006F70"/>
                </a:solidFill>
                <a:latin typeface="Arial"/>
                <a:ea typeface="Arial"/>
                <a:cs typeface="Arial"/>
              </a:defRPr>
            </a:defPPr>
            <a:lvl1pPr algn="l">
              <a:defRPr sz="2400" b="1">
                <a:solidFill>
                  <a:srgbClr val="006F70"/>
                </a:solidFill>
                <a:latin typeface="Arial"/>
                <a:ea typeface="Arial"/>
                <a:cs typeface="Arial"/>
              </a:defRPr>
            </a:lvl1pPr>
            <a:lvl2pPr algn="l">
              <a:defRPr sz="2400" b="1">
                <a:solidFill>
                  <a:srgbClr val="006F70"/>
                </a:solidFill>
                <a:latin typeface="Arial"/>
                <a:ea typeface="Arial"/>
                <a:cs typeface="Arial"/>
              </a:defRPr>
            </a:lvl2pPr>
            <a:lvl3pPr algn="l">
              <a:defRPr sz="2400" b="1">
                <a:solidFill>
                  <a:srgbClr val="006F70"/>
                </a:solidFill>
                <a:latin typeface="Arial"/>
                <a:ea typeface="Arial"/>
                <a:cs typeface="Arial"/>
              </a:defRPr>
            </a:lvl3pPr>
            <a:lvl4pPr algn="l">
              <a:defRPr sz="2400" b="1">
                <a:solidFill>
                  <a:srgbClr val="006F70"/>
                </a:solidFill>
                <a:latin typeface="Arial"/>
                <a:ea typeface="Arial"/>
                <a:cs typeface="Arial"/>
              </a:defRPr>
            </a:lvl4pPr>
            <a:lvl5pPr algn="l">
              <a:defRPr sz="2400" b="1">
                <a:solidFill>
                  <a:srgbClr val="006F70"/>
                </a:solidFill>
                <a:latin typeface="Arial"/>
                <a:ea typeface="Arial"/>
                <a:cs typeface="Arial"/>
              </a:defRPr>
            </a:lvl5pPr>
            <a:lvl6pPr algn="l">
              <a:defRPr sz="2400" b="1">
                <a:solidFill>
                  <a:srgbClr val="006F70"/>
                </a:solidFill>
                <a:latin typeface="Arial"/>
                <a:ea typeface="Arial"/>
                <a:cs typeface="Arial"/>
              </a:defRPr>
            </a:lvl6pPr>
            <a:lvl7pPr algn="l">
              <a:defRPr sz="2400" b="1">
                <a:solidFill>
                  <a:srgbClr val="006F70"/>
                </a:solidFill>
                <a:latin typeface="Arial"/>
                <a:ea typeface="Arial"/>
                <a:cs typeface="Arial"/>
              </a:defRPr>
            </a:lvl7pPr>
            <a:lvl8pPr algn="l">
              <a:defRPr sz="2400" b="1">
                <a:solidFill>
                  <a:srgbClr val="006F70"/>
                </a:solidFill>
                <a:latin typeface="Arial"/>
                <a:ea typeface="Arial"/>
                <a:cs typeface="Arial"/>
              </a:defRPr>
            </a:lvl8pPr>
            <a:lvl9pPr algn="l">
              <a:defRPr sz="2400" b="1">
                <a:solidFill>
                  <a:srgbClr val="006F70"/>
                </a:solidFill>
                <a:latin typeface="Arial"/>
                <a:ea typeface="Arial"/>
                <a:cs typeface="Arial"/>
              </a:defRPr>
            </a:lvl9pPr>
          </a:lstStyle>
          <a:p xmlns:a="http://schemas.openxmlformats.org/drawingml/2006/main">
            <a:pPr algn="l">
              <a:defRPr sz="2400" b="1">
                <a:solidFill>
                  <a:srgbClr val="006F70"/>
                </a:solidFill>
                <a:latin typeface="Arial"/>
                <a:ea typeface="Arial"/>
                <a:cs typeface="Arial"/>
              </a:defRPr>
            </a:pPr>
            <a:r>
              <a:rPr sz="2400" b="1">
                <a:solidFill>
                  <a:srgbClr val="006F70"/>
                </a:solidFill>
                <a:latin typeface="Arial"/>
                <a:ea typeface="Arial"/>
                <a:cs typeface="Arial"/>
              </a:rPr>
              <a:t>Samples around the actual event</a:t>
            </a:r>
          </a:p>
        </p:txBody>
      </p:sp>
      <p:sp>
        <p:nvSpPr>
          <p:cNvPr id="19" name="explicit-times">
            <a:extLst xmlns:a="http://schemas.openxmlformats.org/drawingml/2006/main">
              <a:ext uri="{FF2B5EF4-FFF2-40B4-BE49-F238E27FC236}">
                <a16:creationId xmlns:a16="http://schemas.microsoft.com/office/drawing/2014/main" id="{0EA0358E-B34B-475E-A4F1-ED8CE0F2DFFC}"/>
              </a:ext>
            </a:extLst>
          </p:cNvPr>
          <p:cNvSpPr>
            <a:spLocks xmlns:a="http://schemas.openxmlformats.org/drawingml/2006/main" noGrp="1"/>
          </p:cNvSpPr>
          <p:nvPr/>
        </p:nvSpPr>
        <p:spPr>
          <a:xfrm xmlns:a="http://schemas.openxmlformats.org/drawingml/2006/main">
            <a:off x="666750" y="4533900"/>
            <a:ext cx="10477500"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l">
              <a:defRPr sz="2175" b="1">
                <a:solidFill>
                  <a:srgbClr val="16242B"/>
                </a:solidFill>
                <a:latin typeface="Arial"/>
                <a:ea typeface="Arial"/>
                <a:cs typeface="Arial"/>
              </a:defRPr>
            </a:defPPr>
            <a:lvl1pPr algn="l">
              <a:defRPr sz="2175" b="1">
                <a:solidFill>
                  <a:srgbClr val="16242B"/>
                </a:solidFill>
                <a:latin typeface="Arial"/>
                <a:ea typeface="Arial"/>
                <a:cs typeface="Arial"/>
              </a:defRPr>
            </a:lvl1pPr>
            <a:lvl2pPr algn="l">
              <a:defRPr sz="2175" b="1">
                <a:solidFill>
                  <a:srgbClr val="16242B"/>
                </a:solidFill>
                <a:latin typeface="Arial"/>
                <a:ea typeface="Arial"/>
                <a:cs typeface="Arial"/>
              </a:defRPr>
            </a:lvl2pPr>
            <a:lvl3pPr algn="l">
              <a:defRPr sz="2175" b="1">
                <a:solidFill>
                  <a:srgbClr val="16242B"/>
                </a:solidFill>
                <a:latin typeface="Arial"/>
                <a:ea typeface="Arial"/>
                <a:cs typeface="Arial"/>
              </a:defRPr>
            </a:lvl3pPr>
            <a:lvl4pPr algn="l">
              <a:defRPr sz="2175" b="1">
                <a:solidFill>
                  <a:srgbClr val="16242B"/>
                </a:solidFill>
                <a:latin typeface="Arial"/>
                <a:ea typeface="Arial"/>
                <a:cs typeface="Arial"/>
              </a:defRPr>
            </a:lvl4pPr>
            <a:lvl5pPr algn="l">
              <a:defRPr sz="2175" b="1">
                <a:solidFill>
                  <a:srgbClr val="16242B"/>
                </a:solidFill>
                <a:latin typeface="Arial"/>
                <a:ea typeface="Arial"/>
                <a:cs typeface="Arial"/>
              </a:defRPr>
            </a:lvl5pPr>
            <a:lvl6pPr algn="l">
              <a:defRPr sz="2175" b="1">
                <a:solidFill>
                  <a:srgbClr val="16242B"/>
                </a:solidFill>
                <a:latin typeface="Arial"/>
                <a:ea typeface="Arial"/>
                <a:cs typeface="Arial"/>
              </a:defRPr>
            </a:lvl6pPr>
            <a:lvl7pPr algn="l">
              <a:defRPr sz="2175" b="1">
                <a:solidFill>
                  <a:srgbClr val="16242B"/>
                </a:solidFill>
                <a:latin typeface="Arial"/>
                <a:ea typeface="Arial"/>
                <a:cs typeface="Arial"/>
              </a:defRPr>
            </a:lvl7pPr>
            <a:lvl8pPr algn="l">
              <a:defRPr sz="2175" b="1">
                <a:solidFill>
                  <a:srgbClr val="16242B"/>
                </a:solidFill>
                <a:latin typeface="Arial"/>
                <a:ea typeface="Arial"/>
                <a:cs typeface="Arial"/>
              </a:defRPr>
            </a:lvl8pPr>
            <a:lvl9pPr algn="l">
              <a:defRPr sz="2175" b="1">
                <a:solidFill>
                  <a:srgbClr val="16242B"/>
                </a:solidFill>
                <a:latin typeface="Arial"/>
                <a:ea typeface="Arial"/>
                <a:cs typeface="Arial"/>
              </a:defRPr>
            </a:lvl9pPr>
          </a:lstStyle>
          <a:p xmlns:a="http://schemas.openxmlformats.org/drawingml/2006/main">
            <a:pPr algn="l">
              <a:defRPr sz="2175" b="1">
                <a:solidFill>
                  <a:srgbClr val="16242B"/>
                </a:solidFill>
                <a:latin typeface="Arial"/>
                <a:ea typeface="Arial"/>
                <a:cs typeface="Arial"/>
              </a:defRPr>
            </a:pPr>
            <a:r>
              <a:rPr sz="2175" b="1">
                <a:solidFill>
                  <a:srgbClr val="16242B"/>
                </a:solidFill>
                <a:latin typeface="Arial"/>
                <a:ea typeface="Arial"/>
                <a:cs typeface="Arial"/>
              </a:rPr>
              <a:t>--times 1.95,2.05,2.20,2.35</a:t>
            </a:r>
          </a:p>
        </p:txBody>
      </p:sp>
      <p:sp>
        <p:nvSpPr>
          <p:cNvPr id="20" name="diagnostic-body">
            <a:extLst xmlns:a="http://schemas.openxmlformats.org/drawingml/2006/main">
              <a:ext uri="{FF2B5EF4-FFF2-40B4-BE49-F238E27FC236}">
                <a16:creationId xmlns:a16="http://schemas.microsoft.com/office/drawing/2014/main" id="{1105D3CE-8F1A-4796-89E3-952F455481E2}"/>
              </a:ext>
            </a:extLst>
          </p:cNvPr>
          <p:cNvSpPr>
            <a:spLocks xmlns:a="http://schemas.openxmlformats.org/drawingml/2006/main" noGrp="1"/>
          </p:cNvSpPr>
          <p:nvPr/>
        </p:nvSpPr>
        <p:spPr>
          <a:xfrm xmlns:a="http://schemas.openxmlformats.org/drawingml/2006/main">
            <a:off x="666750" y="5219700"/>
            <a:ext cx="106680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l">
              <a:defRPr sz="1950" b="0">
                <a:solidFill>
                  <a:srgbClr val="16242B"/>
                </a:solidFill>
                <a:latin typeface="Arial"/>
                <a:ea typeface="Arial"/>
                <a:cs typeface="Arial"/>
              </a:defRPr>
            </a:defPPr>
            <a:lvl1pPr algn="l">
              <a:defRPr sz="1950" b="0">
                <a:solidFill>
                  <a:srgbClr val="16242B"/>
                </a:solidFill>
                <a:latin typeface="Arial"/>
                <a:ea typeface="Arial"/>
                <a:cs typeface="Arial"/>
              </a:defRPr>
            </a:lvl1pPr>
            <a:lvl2pPr algn="l">
              <a:defRPr sz="1950" b="0">
                <a:solidFill>
                  <a:srgbClr val="16242B"/>
                </a:solidFill>
                <a:latin typeface="Arial"/>
                <a:ea typeface="Arial"/>
                <a:cs typeface="Arial"/>
              </a:defRPr>
            </a:lvl2pPr>
            <a:lvl3pPr algn="l">
              <a:defRPr sz="1950" b="0">
                <a:solidFill>
                  <a:srgbClr val="16242B"/>
                </a:solidFill>
                <a:latin typeface="Arial"/>
                <a:ea typeface="Arial"/>
                <a:cs typeface="Arial"/>
              </a:defRPr>
            </a:lvl3pPr>
            <a:lvl4pPr algn="l">
              <a:defRPr sz="1950" b="0">
                <a:solidFill>
                  <a:srgbClr val="16242B"/>
                </a:solidFill>
                <a:latin typeface="Arial"/>
                <a:ea typeface="Arial"/>
                <a:cs typeface="Arial"/>
              </a:defRPr>
            </a:lvl4pPr>
            <a:lvl5pPr algn="l">
              <a:defRPr sz="1950" b="0">
                <a:solidFill>
                  <a:srgbClr val="16242B"/>
                </a:solidFill>
                <a:latin typeface="Arial"/>
                <a:ea typeface="Arial"/>
                <a:cs typeface="Arial"/>
              </a:defRPr>
            </a:lvl5pPr>
            <a:lvl6pPr algn="l">
              <a:defRPr sz="1950" b="0">
                <a:solidFill>
                  <a:srgbClr val="16242B"/>
                </a:solidFill>
                <a:latin typeface="Arial"/>
                <a:ea typeface="Arial"/>
                <a:cs typeface="Arial"/>
              </a:defRPr>
            </a:lvl6pPr>
            <a:lvl7pPr algn="l">
              <a:defRPr sz="1950" b="0">
                <a:solidFill>
                  <a:srgbClr val="16242B"/>
                </a:solidFill>
                <a:latin typeface="Arial"/>
                <a:ea typeface="Arial"/>
                <a:cs typeface="Arial"/>
              </a:defRPr>
            </a:lvl7pPr>
            <a:lvl8pPr algn="l">
              <a:defRPr sz="1950" b="0">
                <a:solidFill>
                  <a:srgbClr val="16242B"/>
                </a:solidFill>
                <a:latin typeface="Arial"/>
                <a:ea typeface="Arial"/>
                <a:cs typeface="Arial"/>
              </a:defRPr>
            </a:lvl8pPr>
            <a:lvl9pPr algn="l">
              <a:defRPr sz="1950" b="0">
                <a:solidFill>
                  <a:srgbClr val="16242B"/>
                </a:solidFill>
                <a:latin typeface="Arial"/>
                <a:ea typeface="Arial"/>
                <a:cs typeface="Arial"/>
              </a:defRPr>
            </a:lvl9pPr>
          </a:lstStyle>
          <a:p xmlns:a="http://schemas.openxmlformats.org/drawingml/2006/main">
            <a:pPr algn="l">
              <a:defRPr sz="1950" b="0">
                <a:solidFill>
                  <a:srgbClr val="16242B"/>
                </a:solidFill>
                <a:latin typeface="Arial"/>
                <a:ea typeface="Arial"/>
                <a:cs typeface="Arial"/>
              </a:defRPr>
            </a:pPr>
            <a:r>
              <a:rPr sz="1950" b="0">
                <a:solidFill>
                  <a:srgbClr val="16242B"/>
                </a:solidFill>
                <a:latin typeface="Arial"/>
                <a:ea typeface="Arial"/>
                <a:cs typeface="Arial"/>
              </a:rPr>
              <a:t>Replay earlier times after later ones. Compare pixels as well as numeric state.</a:t>
            </a:r>
          </a:p>
        </p:txBody>
      </p:sp>
      <p:sp>
        <p:nvSpPr>
          <p:cNvPr id="21" name="diagnostic-limit">
            <a:extLst xmlns:a="http://schemas.openxmlformats.org/drawingml/2006/main">
              <a:ext uri="{FF2B5EF4-FFF2-40B4-BE49-F238E27FC236}">
                <a16:creationId xmlns:a16="http://schemas.microsoft.com/office/drawing/2014/main" id="{8F82C3F4-8775-45FF-9B3F-B4C4BE8F2B66}"/>
              </a:ext>
            </a:extLst>
          </p:cNvPr>
          <p:cNvSpPr>
            <a:spLocks xmlns:a="http://schemas.openxmlformats.org/drawingml/2006/main" noGrp="1"/>
          </p:cNvSpPr>
          <p:nvPr/>
        </p:nvSpPr>
        <p:spPr>
          <a:xfrm xmlns:a="http://schemas.openxmlformats.org/drawingml/2006/main">
            <a:off x="666750" y="5800725"/>
            <a:ext cx="106680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l">
              <a:defRPr sz="1725" b="0">
                <a:solidFill>
                  <a:srgbClr val="526773"/>
                </a:solidFill>
                <a:latin typeface="Arial"/>
                <a:ea typeface="Arial"/>
                <a:cs typeface="Arial"/>
              </a:defRPr>
            </a:defPPr>
            <a:lvl1pPr algn="l">
              <a:defRPr sz="1725" b="0">
                <a:solidFill>
                  <a:srgbClr val="526773"/>
                </a:solidFill>
                <a:latin typeface="Arial"/>
                <a:ea typeface="Arial"/>
                <a:cs typeface="Arial"/>
              </a:defRPr>
            </a:lvl1pPr>
            <a:lvl2pPr algn="l">
              <a:defRPr sz="1725" b="0">
                <a:solidFill>
                  <a:srgbClr val="526773"/>
                </a:solidFill>
                <a:latin typeface="Arial"/>
                <a:ea typeface="Arial"/>
                <a:cs typeface="Arial"/>
              </a:defRPr>
            </a:lvl2pPr>
            <a:lvl3pPr algn="l">
              <a:defRPr sz="1725" b="0">
                <a:solidFill>
                  <a:srgbClr val="526773"/>
                </a:solidFill>
                <a:latin typeface="Arial"/>
                <a:ea typeface="Arial"/>
                <a:cs typeface="Arial"/>
              </a:defRPr>
            </a:lvl3pPr>
            <a:lvl4pPr algn="l">
              <a:defRPr sz="1725" b="0">
                <a:solidFill>
                  <a:srgbClr val="526773"/>
                </a:solidFill>
                <a:latin typeface="Arial"/>
                <a:ea typeface="Arial"/>
                <a:cs typeface="Arial"/>
              </a:defRPr>
            </a:lvl4pPr>
            <a:lvl5pPr algn="l">
              <a:defRPr sz="1725" b="0">
                <a:solidFill>
                  <a:srgbClr val="526773"/>
                </a:solidFill>
                <a:latin typeface="Arial"/>
                <a:ea typeface="Arial"/>
                <a:cs typeface="Arial"/>
              </a:defRPr>
            </a:lvl5pPr>
            <a:lvl6pPr algn="l">
              <a:defRPr sz="1725" b="0">
                <a:solidFill>
                  <a:srgbClr val="526773"/>
                </a:solidFill>
                <a:latin typeface="Arial"/>
                <a:ea typeface="Arial"/>
                <a:cs typeface="Arial"/>
              </a:defRPr>
            </a:lvl6pPr>
            <a:lvl7pPr algn="l">
              <a:defRPr sz="1725" b="0">
                <a:solidFill>
                  <a:srgbClr val="526773"/>
                </a:solidFill>
                <a:latin typeface="Arial"/>
                <a:ea typeface="Arial"/>
                <a:cs typeface="Arial"/>
              </a:defRPr>
            </a:lvl7pPr>
            <a:lvl8pPr algn="l">
              <a:defRPr sz="1725" b="0">
                <a:solidFill>
                  <a:srgbClr val="526773"/>
                </a:solidFill>
                <a:latin typeface="Arial"/>
                <a:ea typeface="Arial"/>
                <a:cs typeface="Arial"/>
              </a:defRPr>
            </a:lvl8pPr>
            <a:lvl9pPr algn="l">
              <a:defRPr sz="1725" b="0">
                <a:solidFill>
                  <a:srgbClr val="526773"/>
                </a:solidFill>
                <a:latin typeface="Arial"/>
                <a:ea typeface="Arial"/>
                <a:cs typeface="Arial"/>
              </a:defRPr>
            </a:lvl9pPr>
          </a:lstStyle>
          <a:p xmlns:a="http://schemas.openxmlformats.org/drawingml/2006/main">
            <a:pPr algn="l">
              <a:defRPr sz="1725" b="0">
                <a:solidFill>
                  <a:srgbClr val="526773"/>
                </a:solidFill>
                <a:latin typeface="Arial"/>
                <a:ea typeface="Arial"/>
                <a:cs typeface="Arial"/>
              </a:defRPr>
            </a:pPr>
            <a:r>
              <a:rPr sz="1725" b="0">
                <a:solidFill>
                  <a:srgbClr val="526773"/>
                </a:solidFill>
                <a:latin typeface="Arial"/>
                <a:ea typeface="Arial"/>
                <a:cs typeface="Arial"/>
              </a:rPr>
              <a:t>These samples diagnose selected moments. Playback, sound and receiver checks remain separate.</a:t>
            </a:r>
          </a:p>
        </p:txBody>
      </p:sp>
    </p:spTree>
    <p:extLst>
      <p:ext uri="{BB962C8B-B14F-4D97-AF65-F5344CB8AC3E}">
        <p14:creationId xmlns:p14="http://schemas.microsoft.com/office/powerpoint/2010/main" val="825199605"/>
      </p:ext>
    </p:extLst>
  </p:cSld>
</p:sld>
</file>

<file path=ppt/slides/slide8.xml><?xml version="1.0" encoding="utf-8"?>
<p:sld xmlns:p="http://schemas.openxmlformats.org/presentationml/2006/main">
  <p:cSld>
    <p:bg>
      <p:bgPr>
        <a:solidFill xmlns:a="http://schemas.openxmlformats.org/drawingml/2006/main">
          <a:srgbClr val="F4F7FA"/>
        </a:solidFill>
      </p:bgPr>
    </p:bg>
    <p:spTree>
      <p:nvGrpSpPr>
        <p:cNvPr id="1" name=""/>
        <p:cNvGrpSpPr/>
        <p:nvPr/>
      </p:nvGrpSpPr>
      <p:grpSpPr>
        <a:xfrm xmlns:a="http://schemas.openxmlformats.org/drawingml/2006/main"/>
      </p:grpSpPr>
      <p:cxnSp>
        <p:nvCxnSpPr>
          <p:cNvPr id="14" name="">
            <a:extLst xmlns:a="http://schemas.openxmlformats.org/drawingml/2006/main">
              <a:ext uri="{FF2B5EF4-FFF2-40B4-BE49-F238E27FC236}">
                <a16:creationId xmlns:a16="http://schemas.microsoft.com/office/drawing/2014/main" id="{482AF508-9463-495D-B77E-2C1FD0CC0CFA}"/>
              </a:ext>
            </a:extLst>
          </p:cNvPr>
          <p:cNvCxnSpPr>
            <a:stCxn xmlns:a="http://schemas.openxmlformats.org/drawingml/2006/main" id="8" idx="1"/>
            <a:endCxn xmlns:a="http://schemas.openxmlformats.org/drawingml/2006/main" id="9" idx="3"/>
          </p:cNvCxnSpPr>
          <p:nvPr/>
        </p:nvCxnSpPr>
        <p:spPr>
          <a:xfrm xmlns:a="http://schemas.openxmlformats.org/drawingml/2006/main" flipH="1">
            <a:off x="3409950" y="4781550"/>
            <a:ext cx="1304925" cy="0"/>
          </a:xfrm>
          <a:prstGeom xmlns:a="http://schemas.openxmlformats.org/drawingml/2006/main" prst="straightConnector1">
            <a:avLst/>
          </a:prstGeom>
          <a:ln xmlns:a="http://schemas.openxmlformats.org/drawingml/2006/main" w="19050">
            <a:solidFill>
              <a:srgbClr val="006F70"/>
            </a:solidFill>
            <a:prstDash val="solid"/>
            <a:tailEnd type="triangle" w="sm" len="sm"/>
          </a:ln>
        </p:spPr>
      </p:cxnSp>
      <p:cxnSp>
        <p:nvCxnSpPr>
          <p:cNvPr id="13" name="">
            <a:extLst xmlns:a="http://schemas.openxmlformats.org/drawingml/2006/main">
              <a:ext uri="{FF2B5EF4-FFF2-40B4-BE49-F238E27FC236}">
                <a16:creationId xmlns:a16="http://schemas.microsoft.com/office/drawing/2014/main" id="{F3A308BD-5AC1-4BDD-AFC9-4D2881F90727}"/>
              </a:ext>
            </a:extLst>
          </p:cNvPr>
          <p:cNvCxnSpPr>
            <a:stCxn xmlns:a="http://schemas.openxmlformats.org/drawingml/2006/main" id="7" idx="1"/>
            <a:endCxn xmlns:a="http://schemas.openxmlformats.org/drawingml/2006/main" id="8" idx="3"/>
          </p:cNvCxnSpPr>
          <p:nvPr/>
        </p:nvCxnSpPr>
        <p:spPr>
          <a:xfrm xmlns:a="http://schemas.openxmlformats.org/drawingml/2006/main" flipH="1">
            <a:off x="7477125" y="4781550"/>
            <a:ext cx="1304925" cy="0"/>
          </a:xfrm>
          <a:prstGeom xmlns:a="http://schemas.openxmlformats.org/drawingml/2006/main" prst="straightConnector1">
            <a:avLst/>
          </a:prstGeom>
          <a:ln xmlns:a="http://schemas.openxmlformats.org/drawingml/2006/main" w="19050">
            <a:solidFill>
              <a:srgbClr val="006F70"/>
            </a:solidFill>
            <a:prstDash val="solid"/>
            <a:tailEnd type="triangle" w="sm" len="sm"/>
          </a:ln>
        </p:spPr>
      </p:cxnSp>
      <p:cxnSp>
        <p:nvCxnSpPr>
          <p:cNvPr id="12" name="">
            <a:extLst xmlns:a="http://schemas.openxmlformats.org/drawingml/2006/main">
              <a:ext uri="{FF2B5EF4-FFF2-40B4-BE49-F238E27FC236}">
                <a16:creationId xmlns:a16="http://schemas.microsoft.com/office/drawing/2014/main" id="{A6323DBB-89B6-432E-811B-BD370D1BDCC9}"/>
              </a:ext>
            </a:extLst>
          </p:cNvPr>
          <p:cNvCxnSpPr>
            <a:stCxn xmlns:a="http://schemas.openxmlformats.org/drawingml/2006/main" id="6" idx="2"/>
            <a:endCxn xmlns:a="http://schemas.openxmlformats.org/drawingml/2006/main" id="7" idx="0"/>
          </p:cNvCxnSpPr>
          <p:nvPr/>
        </p:nvCxnSpPr>
        <p:spPr>
          <a:xfrm xmlns:a="http://schemas.openxmlformats.org/drawingml/2006/main">
            <a:off x="10163175" y="3048000"/>
            <a:ext cx="0" cy="1257300"/>
          </a:xfrm>
          <a:prstGeom xmlns:a="http://schemas.openxmlformats.org/drawingml/2006/main" prst="straightConnector1">
            <a:avLst/>
          </a:prstGeom>
          <a:ln xmlns:a="http://schemas.openxmlformats.org/drawingml/2006/main" w="19050">
            <a:solidFill>
              <a:srgbClr val="006F70"/>
            </a:solidFill>
            <a:prstDash val="solid"/>
            <a:tailEnd type="triangle" w="sm" len="sm"/>
          </a:ln>
        </p:spPr>
      </p:cxnSp>
      <p:cxnSp>
        <p:nvCxnSpPr>
          <p:cNvPr id="11" name="">
            <a:extLst xmlns:a="http://schemas.openxmlformats.org/drawingml/2006/main">
              <a:ext uri="{FF2B5EF4-FFF2-40B4-BE49-F238E27FC236}">
                <a16:creationId xmlns:a16="http://schemas.microsoft.com/office/drawing/2014/main" id="{35372ACA-BE03-45A0-B023-8A48A28AB7AF}"/>
              </a:ext>
            </a:extLst>
          </p:cNvPr>
          <p:cNvCxnSpPr>
            <a:stCxn xmlns:a="http://schemas.openxmlformats.org/drawingml/2006/main" id="5" idx="3"/>
            <a:endCxn xmlns:a="http://schemas.openxmlformats.org/drawingml/2006/main" id="6" idx="1"/>
          </p:cNvCxnSpPr>
          <p:nvPr/>
        </p:nvCxnSpPr>
        <p:spPr>
          <a:xfrm xmlns:a="http://schemas.openxmlformats.org/drawingml/2006/main">
            <a:off x="7477125" y="2571750"/>
            <a:ext cx="1304925" cy="0"/>
          </a:xfrm>
          <a:prstGeom xmlns:a="http://schemas.openxmlformats.org/drawingml/2006/main" prst="straightConnector1">
            <a:avLst/>
          </a:prstGeom>
          <a:ln xmlns:a="http://schemas.openxmlformats.org/drawingml/2006/main" w="19050">
            <a:solidFill>
              <a:srgbClr val="006F70"/>
            </a:solidFill>
            <a:prstDash val="solid"/>
            <a:tailEnd type="triangle" w="sm" len="sm"/>
          </a:ln>
        </p:spPr>
      </p:cxnSp>
      <p:cxnSp>
        <p:nvCxnSpPr>
          <p:cNvPr id="10" name="">
            <a:extLst xmlns:a="http://schemas.openxmlformats.org/drawingml/2006/main">
              <a:ext uri="{FF2B5EF4-FFF2-40B4-BE49-F238E27FC236}">
                <a16:creationId xmlns:a16="http://schemas.microsoft.com/office/drawing/2014/main" id="{DBC07B80-5418-41C8-BA2F-4A0EC15E00A8}"/>
              </a:ext>
            </a:extLst>
          </p:cNvPr>
          <p:cNvCxnSpPr>
            <a:stCxn xmlns:a="http://schemas.openxmlformats.org/drawingml/2006/main" id="4" idx="3"/>
            <a:endCxn xmlns:a="http://schemas.openxmlformats.org/drawingml/2006/main" id="5" idx="1"/>
          </p:cNvCxnSpPr>
          <p:nvPr/>
        </p:nvCxnSpPr>
        <p:spPr>
          <a:xfrm xmlns:a="http://schemas.openxmlformats.org/drawingml/2006/main">
            <a:off x="3409950" y="2571750"/>
            <a:ext cx="1304925" cy="0"/>
          </a:xfrm>
          <a:prstGeom xmlns:a="http://schemas.openxmlformats.org/drawingml/2006/main" prst="straightConnector1">
            <a:avLst/>
          </a:prstGeom>
          <a:ln xmlns:a="http://schemas.openxmlformats.org/drawingml/2006/main" w="19050">
            <a:solidFill>
              <a:srgbClr val="006F70"/>
            </a:solidFill>
            <a:prstDash val="solid"/>
            <a:tailEnd type="triangle" w="sm" len="sm"/>
          </a:ln>
        </p:spPr>
      </p:cxnSp>
      <p:sp>
        <p:nvSpPr>
          <p:cNvPr id="21" name="title">
            <a:extLst xmlns:a="http://schemas.openxmlformats.org/drawingml/2006/main">
              <a:ext uri="{FF2B5EF4-FFF2-40B4-BE49-F238E27FC236}">
                <a16:creationId xmlns:a16="http://schemas.microsoft.com/office/drawing/2014/main" id="{E2EF14C4-883F-4011-A0D3-9B76408315D6}"/>
              </a:ext>
            </a:extLst>
          </p:cNvPr>
          <p:cNvSpPr>
            <a:spLocks xmlns:a="http://schemas.openxmlformats.org/drawingml/2006/main" noGrp="1"/>
          </p:cNvSpPr>
          <p:nvPr/>
        </p:nvSpPr>
        <p:spPr>
          <a:xfrm xmlns:a="http://schemas.openxmlformats.org/drawingml/2006/main">
            <a:off x="628650" y="447675"/>
            <a:ext cx="1093470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lstStyle xmlns:a="http://schemas.openxmlformats.org/drawingml/2006/main">
            <a:defPPr algn="l">
              <a:defRPr sz="3450" b="1">
                <a:solidFill>
                  <a:srgbClr val="16242B"/>
                </a:solidFill>
                <a:latin typeface="Arial"/>
                <a:ea typeface="Arial"/>
                <a:cs typeface="Arial"/>
              </a:defRPr>
            </a:defPPr>
            <a:lvl1pPr algn="l">
              <a:buNone/>
              <a:defRPr sz="3450" b="1">
                <a:solidFill>
                  <a:srgbClr val="16242B"/>
                </a:solidFill>
                <a:latin typeface="Arial"/>
                <a:ea typeface="Arial"/>
                <a:cs typeface="Arial"/>
              </a:defRPr>
            </a:lvl1pPr>
            <a:lvl2pPr algn="l">
              <a:buNone/>
              <a:defRPr sz="3450" b="1">
                <a:solidFill>
                  <a:srgbClr val="16242B"/>
                </a:solidFill>
                <a:latin typeface="Arial"/>
                <a:ea typeface="Arial"/>
                <a:cs typeface="Arial"/>
              </a:defRPr>
            </a:lvl2pPr>
            <a:lvl3pPr algn="l">
              <a:buNone/>
              <a:defRPr sz="3450" b="1">
                <a:solidFill>
                  <a:srgbClr val="16242B"/>
                </a:solidFill>
                <a:latin typeface="Arial"/>
                <a:ea typeface="Arial"/>
                <a:cs typeface="Arial"/>
              </a:defRPr>
            </a:lvl3pPr>
            <a:lvl4pPr algn="l">
              <a:buNone/>
              <a:defRPr sz="3450" b="1">
                <a:solidFill>
                  <a:srgbClr val="16242B"/>
                </a:solidFill>
                <a:latin typeface="Arial"/>
                <a:ea typeface="Arial"/>
                <a:cs typeface="Arial"/>
              </a:defRPr>
            </a:lvl4pPr>
            <a:lvl5pPr algn="l">
              <a:buNone/>
              <a:defRPr sz="3450" b="1">
                <a:solidFill>
                  <a:srgbClr val="16242B"/>
                </a:solidFill>
                <a:latin typeface="Arial"/>
                <a:ea typeface="Arial"/>
                <a:cs typeface="Arial"/>
              </a:defRPr>
            </a:lvl5pPr>
            <a:lvl6pPr algn="l">
              <a:buNone/>
              <a:defRPr sz="3450" b="1">
                <a:solidFill>
                  <a:srgbClr val="16242B"/>
                </a:solidFill>
                <a:latin typeface="Arial"/>
                <a:ea typeface="Arial"/>
                <a:cs typeface="Arial"/>
              </a:defRPr>
            </a:lvl6pPr>
            <a:lvl7pPr algn="l">
              <a:buNone/>
              <a:defRPr sz="3450" b="1">
                <a:solidFill>
                  <a:srgbClr val="16242B"/>
                </a:solidFill>
                <a:latin typeface="Arial"/>
                <a:ea typeface="Arial"/>
                <a:cs typeface="Arial"/>
              </a:defRPr>
            </a:lvl7pPr>
            <a:lvl8pPr algn="l">
              <a:buNone/>
              <a:defRPr sz="3450" b="1">
                <a:solidFill>
                  <a:srgbClr val="16242B"/>
                </a:solidFill>
                <a:latin typeface="Arial"/>
                <a:ea typeface="Arial"/>
                <a:cs typeface="Arial"/>
              </a:defRPr>
            </a:lvl8pPr>
            <a:lvl9pPr algn="l">
              <a:buNone/>
              <a:defRPr sz="3450" b="1">
                <a:solidFill>
                  <a:srgbClr val="16242B"/>
                </a:solidFill>
                <a:latin typeface="Arial"/>
                <a:ea typeface="Arial"/>
                <a:cs typeface="Arial"/>
              </a:defRPr>
            </a:lvl9pPr>
          </a:lstStyle>
          <a:p xmlns:a="http://schemas.openxmlformats.org/drawingml/2006/main">
            <a:pPr algn="l">
              <a:buNone/>
              <a:defRPr sz="3450" b="1">
                <a:solidFill>
                  <a:srgbClr val="16242B"/>
                </a:solidFill>
                <a:latin typeface="Arial"/>
                <a:ea typeface="Arial"/>
                <a:cs typeface="Arial"/>
              </a:defRPr>
            </a:pPr>
            <a:r>
              <a:rPr sz="3450" b="1">
                <a:solidFill>
                  <a:srgbClr val="16242B"/>
                </a:solidFill>
                <a:latin typeface="Arial"/>
                <a:ea typeface="Arial"/>
                <a:cs typeface="Arial"/>
              </a:rPr>
              <a:t>A workflow with feedback</a:t>
            </a:r>
          </a:p>
        </p:txBody>
      </p:sp>
      <p:sp>
        <p:nvSpPr>
          <p:cNvPr id="2" name="page">
            <a:extLst xmlns:a="http://schemas.openxmlformats.org/drawingml/2006/main">
              <a:ext uri="{FF2B5EF4-FFF2-40B4-BE49-F238E27FC236}">
                <a16:creationId xmlns:a16="http://schemas.microsoft.com/office/drawing/2014/main" id="{29CB7B88-9D7D-4E89-99D8-A35D37227D5D}"/>
              </a:ext>
            </a:extLst>
          </p:cNvPr>
          <p:cNvSpPr>
            <a:spLocks xmlns:a="http://schemas.openxmlformats.org/drawingml/2006/main" noGrp="1"/>
          </p:cNvSpPr>
          <p:nvPr/>
        </p:nvSpPr>
        <p:spPr>
          <a:xfrm xmlns:a="http://schemas.openxmlformats.org/drawingml/2006/main">
            <a:off x="11049000" y="6162675"/>
            <a:ext cx="5143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lstStyle xmlns:a="http://schemas.openxmlformats.org/drawingml/2006/main">
            <a:defPPr algn="l">
              <a:defRPr sz="1275" b="0">
                <a:solidFill>
                  <a:srgbClr val="526773"/>
                </a:solidFill>
                <a:latin typeface="Arial"/>
                <a:ea typeface="Arial"/>
                <a:cs typeface="Arial"/>
              </a:defRPr>
            </a:defPPr>
            <a:lvl1pPr algn="l">
              <a:buNone/>
              <a:defRPr sz="1275" b="0">
                <a:solidFill>
                  <a:srgbClr val="526773"/>
                </a:solidFill>
                <a:latin typeface="Arial"/>
                <a:ea typeface="Arial"/>
                <a:cs typeface="Arial"/>
              </a:defRPr>
            </a:lvl1pPr>
            <a:lvl2pPr algn="l">
              <a:buNone/>
              <a:defRPr sz="1275" b="0">
                <a:solidFill>
                  <a:srgbClr val="526773"/>
                </a:solidFill>
                <a:latin typeface="Arial"/>
                <a:ea typeface="Arial"/>
                <a:cs typeface="Arial"/>
              </a:defRPr>
            </a:lvl2pPr>
            <a:lvl3pPr algn="l">
              <a:buNone/>
              <a:defRPr sz="1275" b="0">
                <a:solidFill>
                  <a:srgbClr val="526773"/>
                </a:solidFill>
                <a:latin typeface="Arial"/>
                <a:ea typeface="Arial"/>
                <a:cs typeface="Arial"/>
              </a:defRPr>
            </a:lvl3pPr>
            <a:lvl4pPr algn="l">
              <a:buNone/>
              <a:defRPr sz="1275" b="0">
                <a:solidFill>
                  <a:srgbClr val="526773"/>
                </a:solidFill>
                <a:latin typeface="Arial"/>
                <a:ea typeface="Arial"/>
                <a:cs typeface="Arial"/>
              </a:defRPr>
            </a:lvl4pPr>
            <a:lvl5pPr algn="l">
              <a:buNone/>
              <a:defRPr sz="1275" b="0">
                <a:solidFill>
                  <a:srgbClr val="526773"/>
                </a:solidFill>
                <a:latin typeface="Arial"/>
                <a:ea typeface="Arial"/>
                <a:cs typeface="Arial"/>
              </a:defRPr>
            </a:lvl5pPr>
            <a:lvl6pPr algn="l">
              <a:buNone/>
              <a:defRPr sz="1275" b="0">
                <a:solidFill>
                  <a:srgbClr val="526773"/>
                </a:solidFill>
                <a:latin typeface="Arial"/>
                <a:ea typeface="Arial"/>
                <a:cs typeface="Arial"/>
              </a:defRPr>
            </a:lvl6pPr>
            <a:lvl7pPr algn="l">
              <a:buNone/>
              <a:defRPr sz="1275" b="0">
                <a:solidFill>
                  <a:srgbClr val="526773"/>
                </a:solidFill>
                <a:latin typeface="Arial"/>
                <a:ea typeface="Arial"/>
                <a:cs typeface="Arial"/>
              </a:defRPr>
            </a:lvl7pPr>
            <a:lvl8pPr algn="l">
              <a:buNone/>
              <a:defRPr sz="1275" b="0">
                <a:solidFill>
                  <a:srgbClr val="526773"/>
                </a:solidFill>
                <a:latin typeface="Arial"/>
                <a:ea typeface="Arial"/>
                <a:cs typeface="Arial"/>
              </a:defRPr>
            </a:lvl8pPr>
            <a:lvl9pPr algn="l">
              <a:buNone/>
              <a:defRPr sz="1275" b="0">
                <a:solidFill>
                  <a:srgbClr val="526773"/>
                </a:solidFill>
                <a:latin typeface="Arial"/>
                <a:ea typeface="Arial"/>
                <a:cs typeface="Arial"/>
              </a:defRPr>
            </a:lvl9pPr>
          </a:lstStyle>
          <a:p xmlns:a="http://schemas.openxmlformats.org/drawingml/2006/main">
            <a:pPr algn="l">
              <a:buNone/>
              <a:defRPr sz="1275" b="0">
                <a:solidFill>
                  <a:srgbClr val="526773"/>
                </a:solidFill>
                <a:latin typeface="Arial"/>
                <a:ea typeface="Arial"/>
                <a:cs typeface="Arial"/>
              </a:defRPr>
            </a:pPr>
            <a:r>
              <a:rPr sz="1275" b="0">
                <a:solidFill>
                  <a:srgbClr val="526773"/>
                </a:solidFill>
                <a:latin typeface="Arial"/>
                <a:ea typeface="Arial"/>
                <a:cs typeface="Arial"/>
              </a:rPr>
              <a:t>08</a:t>
            </a:r>
          </a:p>
        </p:txBody>
      </p:sp>
      <p:sp>
        <p:nvSpPr>
          <p:cNvPr id="3" name="flow-intro">
            <a:extLst xmlns:a="http://schemas.openxmlformats.org/drawingml/2006/main">
              <a:ext uri="{FF2B5EF4-FFF2-40B4-BE49-F238E27FC236}">
                <a16:creationId xmlns:a16="http://schemas.microsoft.com/office/drawing/2014/main" id="{32D5EDDD-2D75-4460-8099-2A1730233F1C}"/>
              </a:ext>
            </a:extLst>
          </p:cNvPr>
          <p:cNvSpPr>
            <a:spLocks xmlns:a="http://schemas.openxmlformats.org/drawingml/2006/main" noGrp="1"/>
          </p:cNvSpPr>
          <p:nvPr/>
        </p:nvSpPr>
        <p:spPr>
          <a:xfrm xmlns:a="http://schemas.openxmlformats.org/drawingml/2006/main">
            <a:off x="647700" y="1209675"/>
            <a:ext cx="108585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lstStyle xmlns:a="http://schemas.openxmlformats.org/drawingml/2006/main">
            <a:defPPr algn="l">
              <a:defRPr sz="2100" b="0">
                <a:solidFill>
                  <a:srgbClr val="526773"/>
                </a:solidFill>
                <a:latin typeface="Arial"/>
                <a:ea typeface="Arial"/>
                <a:cs typeface="Arial"/>
              </a:defRPr>
            </a:defPPr>
            <a:lvl1pPr algn="l">
              <a:buNone/>
              <a:defRPr sz="2100" b="0">
                <a:solidFill>
                  <a:srgbClr val="526773"/>
                </a:solidFill>
                <a:latin typeface="Arial"/>
                <a:ea typeface="Arial"/>
                <a:cs typeface="Arial"/>
              </a:defRPr>
            </a:lvl1pPr>
            <a:lvl2pPr algn="l">
              <a:buNone/>
              <a:defRPr sz="2100" b="0">
                <a:solidFill>
                  <a:srgbClr val="526773"/>
                </a:solidFill>
                <a:latin typeface="Arial"/>
                <a:ea typeface="Arial"/>
                <a:cs typeface="Arial"/>
              </a:defRPr>
            </a:lvl2pPr>
            <a:lvl3pPr algn="l">
              <a:buNone/>
              <a:defRPr sz="2100" b="0">
                <a:solidFill>
                  <a:srgbClr val="526773"/>
                </a:solidFill>
                <a:latin typeface="Arial"/>
                <a:ea typeface="Arial"/>
                <a:cs typeface="Arial"/>
              </a:defRPr>
            </a:lvl3pPr>
            <a:lvl4pPr algn="l">
              <a:buNone/>
              <a:defRPr sz="2100" b="0">
                <a:solidFill>
                  <a:srgbClr val="526773"/>
                </a:solidFill>
                <a:latin typeface="Arial"/>
                <a:ea typeface="Arial"/>
                <a:cs typeface="Arial"/>
              </a:defRPr>
            </a:lvl4pPr>
            <a:lvl5pPr algn="l">
              <a:buNone/>
              <a:defRPr sz="2100" b="0">
                <a:solidFill>
                  <a:srgbClr val="526773"/>
                </a:solidFill>
                <a:latin typeface="Arial"/>
                <a:ea typeface="Arial"/>
                <a:cs typeface="Arial"/>
              </a:defRPr>
            </a:lvl5pPr>
            <a:lvl6pPr algn="l">
              <a:buNone/>
              <a:defRPr sz="2100" b="0">
                <a:solidFill>
                  <a:srgbClr val="526773"/>
                </a:solidFill>
                <a:latin typeface="Arial"/>
                <a:ea typeface="Arial"/>
                <a:cs typeface="Arial"/>
              </a:defRPr>
            </a:lvl6pPr>
            <a:lvl7pPr algn="l">
              <a:buNone/>
              <a:defRPr sz="2100" b="0">
                <a:solidFill>
                  <a:srgbClr val="526773"/>
                </a:solidFill>
                <a:latin typeface="Arial"/>
                <a:ea typeface="Arial"/>
                <a:cs typeface="Arial"/>
              </a:defRPr>
            </a:lvl7pPr>
            <a:lvl8pPr algn="l">
              <a:buNone/>
              <a:defRPr sz="2100" b="0">
                <a:solidFill>
                  <a:srgbClr val="526773"/>
                </a:solidFill>
                <a:latin typeface="Arial"/>
                <a:ea typeface="Arial"/>
                <a:cs typeface="Arial"/>
              </a:defRPr>
            </a:lvl8pPr>
            <a:lvl9pPr algn="l">
              <a:buNone/>
              <a:defRPr sz="2100" b="0">
                <a:solidFill>
                  <a:srgbClr val="526773"/>
                </a:solidFill>
                <a:latin typeface="Arial"/>
                <a:ea typeface="Arial"/>
                <a:cs typeface="Arial"/>
              </a:defRPr>
            </a:lvl9pPr>
          </a:lstStyle>
          <a:p xmlns:a="http://schemas.openxmlformats.org/drawingml/2006/main">
            <a:pPr algn="l">
              <a:buNone/>
              <a:defRPr sz="2100" b="0">
                <a:solidFill>
                  <a:srgbClr val="526773"/>
                </a:solidFill>
                <a:latin typeface="Arial"/>
                <a:ea typeface="Arial"/>
                <a:cs typeface="Arial"/>
              </a:defRPr>
            </a:pPr>
            <a:r>
              <a:rPr sz="2100" b="0">
                <a:solidFill>
                  <a:srgbClr val="526773"/>
                </a:solidFill>
                <a:latin typeface="Arial"/>
                <a:ea typeface="Arial"/>
                <a:cs typeface="Arial"/>
              </a:rPr>
              <a:t>Keep the shortest path that produces a usable result.</a:t>
            </a:r>
          </a:p>
        </p:txBody>
      </p:sp>
      <p:sp>
        <p:nvSpPr>
          <p:cNvPr id="4" name="brief">
            <a:extLst xmlns:a="http://schemas.openxmlformats.org/drawingml/2006/main">
              <a:ext uri="{FF2B5EF4-FFF2-40B4-BE49-F238E27FC236}">
                <a16:creationId xmlns:a16="http://schemas.microsoft.com/office/drawing/2014/main" id="{9B5F1BBB-9CA5-4A4B-BCD6-01EA23119556}"/>
              </a:ext>
            </a:extLst>
          </p:cNvPr>
          <p:cNvSpPr>
            <a:spLocks xmlns:a="http://schemas.openxmlformats.org/drawingml/2006/main" noGrp="1"/>
          </p:cNvSpPr>
          <p:nvPr/>
        </p:nvSpPr>
        <p:spPr>
          <a:xfrm xmlns:a="http://schemas.openxmlformats.org/drawingml/2006/main">
            <a:off x="647700" y="2095500"/>
            <a:ext cx="2762250" cy="952500"/>
          </a:xfrm>
          <a:prstGeom xmlns:a="http://schemas.openxmlformats.org/drawingml/2006/main" prst="rect">
            <a:avLst/>
          </a:prstGeom>
          <a:solidFill xmlns:a="http://schemas.openxmlformats.org/drawingml/2006/main">
            <a:srgbClr val="F4F7FA"/>
          </a:solidFill>
          <a:ln xmlns:a="http://schemas.openxmlformats.org/drawingml/2006/main" w="14288">
            <a:solidFill>
              <a:srgbClr val="16242B"/>
            </a:solidFill>
            <a:prstDash val="solid"/>
          </a:ln>
        </p:spPr>
        <p:txBody>
          <a:bodyPr xmlns:a="http://schemas.openxmlformats.org/drawingml/2006/main" lIns="114300" tIns="114300" rIns="114300" bIns="114300" anchor="ctr"/>
          <a:lstStyle xmlns:a="http://schemas.openxmlformats.org/drawingml/2006/main">
            <a:defPPr algn="ctr">
              <a:defRPr sz="2025" b="1">
                <a:solidFill>
                  <a:srgbClr val="16242B"/>
                </a:solidFill>
                <a:latin typeface="Arial"/>
                <a:ea typeface="Arial"/>
                <a:cs typeface="Arial"/>
              </a:defRPr>
            </a:defPPr>
            <a:lvl1pPr algn="ctr">
              <a:buNone/>
              <a:defRPr sz="2025" b="1">
                <a:solidFill>
                  <a:srgbClr val="16242B"/>
                </a:solidFill>
                <a:latin typeface="Arial"/>
                <a:ea typeface="Arial"/>
                <a:cs typeface="Arial"/>
              </a:defRPr>
            </a:lvl1pPr>
            <a:lvl2pPr algn="ctr">
              <a:buNone/>
              <a:defRPr sz="2025" b="1">
                <a:solidFill>
                  <a:srgbClr val="16242B"/>
                </a:solidFill>
                <a:latin typeface="Arial"/>
                <a:ea typeface="Arial"/>
                <a:cs typeface="Arial"/>
              </a:defRPr>
            </a:lvl2pPr>
            <a:lvl3pPr algn="ctr">
              <a:buNone/>
              <a:defRPr sz="2025" b="1">
                <a:solidFill>
                  <a:srgbClr val="16242B"/>
                </a:solidFill>
                <a:latin typeface="Arial"/>
                <a:ea typeface="Arial"/>
                <a:cs typeface="Arial"/>
              </a:defRPr>
            </a:lvl3pPr>
            <a:lvl4pPr algn="ctr">
              <a:buNone/>
              <a:defRPr sz="2025" b="1">
                <a:solidFill>
                  <a:srgbClr val="16242B"/>
                </a:solidFill>
                <a:latin typeface="Arial"/>
                <a:ea typeface="Arial"/>
                <a:cs typeface="Arial"/>
              </a:defRPr>
            </a:lvl4pPr>
            <a:lvl5pPr algn="ctr">
              <a:buNone/>
              <a:defRPr sz="2025" b="1">
                <a:solidFill>
                  <a:srgbClr val="16242B"/>
                </a:solidFill>
                <a:latin typeface="Arial"/>
                <a:ea typeface="Arial"/>
                <a:cs typeface="Arial"/>
              </a:defRPr>
            </a:lvl5pPr>
            <a:lvl6pPr algn="ctr">
              <a:buNone/>
              <a:defRPr sz="2025" b="1">
                <a:solidFill>
                  <a:srgbClr val="16242B"/>
                </a:solidFill>
                <a:latin typeface="Arial"/>
                <a:ea typeface="Arial"/>
                <a:cs typeface="Arial"/>
              </a:defRPr>
            </a:lvl6pPr>
            <a:lvl7pPr algn="ctr">
              <a:buNone/>
              <a:defRPr sz="2025" b="1">
                <a:solidFill>
                  <a:srgbClr val="16242B"/>
                </a:solidFill>
                <a:latin typeface="Arial"/>
                <a:ea typeface="Arial"/>
                <a:cs typeface="Arial"/>
              </a:defRPr>
            </a:lvl7pPr>
            <a:lvl8pPr algn="ctr">
              <a:buNone/>
              <a:defRPr sz="2025" b="1">
                <a:solidFill>
                  <a:srgbClr val="16242B"/>
                </a:solidFill>
                <a:latin typeface="Arial"/>
                <a:ea typeface="Arial"/>
                <a:cs typeface="Arial"/>
              </a:defRPr>
            </a:lvl8pPr>
            <a:lvl9pPr algn="ctr">
              <a:buNone/>
              <a:defRPr sz="2025" b="1">
                <a:solidFill>
                  <a:srgbClr val="16242B"/>
                </a:solidFill>
                <a:latin typeface="Arial"/>
                <a:ea typeface="Arial"/>
                <a:cs typeface="Arial"/>
              </a:defRPr>
            </a:lvl9pPr>
          </a:lstStyle>
          <a:p xmlns:a="http://schemas.openxmlformats.org/drawingml/2006/main">
            <a:pPr algn="ctr">
              <a:buNone/>
              <a:defRPr sz="2025" b="1">
                <a:solidFill>
                  <a:srgbClr val="16242B"/>
                </a:solidFill>
                <a:latin typeface="Arial"/>
                <a:ea typeface="Arial"/>
                <a:cs typeface="Arial"/>
              </a:defRPr>
            </a:pPr>
            <a:r>
              <a:rPr sz="2025" b="1">
                <a:solidFill>
                  <a:srgbClr val="16242B"/>
                </a:solidFill>
                <a:latin typeface="Arial"/>
                <a:ea typeface="Arial"/>
                <a:cs typeface="Arial"/>
              </a:rPr>
              <a:t>1  Brief</a:t>
            </a:r>
          </a:p>
        </p:txBody>
      </p:sp>
      <p:sp>
        <p:nvSpPr>
          <p:cNvPr id="5" name="craft">
            <a:extLst xmlns:a="http://schemas.openxmlformats.org/drawingml/2006/main">
              <a:ext uri="{FF2B5EF4-FFF2-40B4-BE49-F238E27FC236}">
                <a16:creationId xmlns:a16="http://schemas.microsoft.com/office/drawing/2014/main" id="{1F3AEFD7-8D08-4545-BB6F-EDBC45E2BF10}"/>
              </a:ext>
            </a:extLst>
          </p:cNvPr>
          <p:cNvSpPr>
            <a:spLocks xmlns:a="http://schemas.openxmlformats.org/drawingml/2006/main" noGrp="1"/>
          </p:cNvSpPr>
          <p:nvPr/>
        </p:nvSpPr>
        <p:spPr>
          <a:xfrm xmlns:a="http://schemas.openxmlformats.org/drawingml/2006/main">
            <a:off x="4714875" y="2095500"/>
            <a:ext cx="2762250" cy="952500"/>
          </a:xfrm>
          <a:prstGeom xmlns:a="http://schemas.openxmlformats.org/drawingml/2006/main" prst="rect">
            <a:avLst/>
          </a:prstGeom>
          <a:solidFill xmlns:a="http://schemas.openxmlformats.org/drawingml/2006/main">
            <a:srgbClr val="F4F7FA"/>
          </a:solidFill>
          <a:ln xmlns:a="http://schemas.openxmlformats.org/drawingml/2006/main" w="14288">
            <a:solidFill>
              <a:srgbClr val="16242B"/>
            </a:solidFill>
            <a:prstDash val="solid"/>
          </a:ln>
        </p:spPr>
        <p:txBody>
          <a:bodyPr xmlns:a="http://schemas.openxmlformats.org/drawingml/2006/main" lIns="114300" tIns="114300" rIns="114300" bIns="114300" anchor="ctr"/>
          <a:lstStyle xmlns:a="http://schemas.openxmlformats.org/drawingml/2006/main">
            <a:defPPr algn="ctr">
              <a:defRPr sz="2025" b="1">
                <a:solidFill>
                  <a:srgbClr val="16242B"/>
                </a:solidFill>
                <a:latin typeface="Arial"/>
                <a:ea typeface="Arial"/>
                <a:cs typeface="Arial"/>
              </a:defRPr>
            </a:defPPr>
            <a:lvl1pPr algn="ctr">
              <a:buNone/>
              <a:defRPr sz="2025" b="1">
                <a:solidFill>
                  <a:srgbClr val="16242B"/>
                </a:solidFill>
                <a:latin typeface="Arial"/>
                <a:ea typeface="Arial"/>
                <a:cs typeface="Arial"/>
              </a:defRPr>
            </a:lvl1pPr>
            <a:lvl2pPr algn="ctr">
              <a:buNone/>
              <a:defRPr sz="2025" b="1">
                <a:solidFill>
                  <a:srgbClr val="16242B"/>
                </a:solidFill>
                <a:latin typeface="Arial"/>
                <a:ea typeface="Arial"/>
                <a:cs typeface="Arial"/>
              </a:defRPr>
            </a:lvl2pPr>
            <a:lvl3pPr algn="ctr">
              <a:buNone/>
              <a:defRPr sz="2025" b="1">
                <a:solidFill>
                  <a:srgbClr val="16242B"/>
                </a:solidFill>
                <a:latin typeface="Arial"/>
                <a:ea typeface="Arial"/>
                <a:cs typeface="Arial"/>
              </a:defRPr>
            </a:lvl3pPr>
            <a:lvl4pPr algn="ctr">
              <a:buNone/>
              <a:defRPr sz="2025" b="1">
                <a:solidFill>
                  <a:srgbClr val="16242B"/>
                </a:solidFill>
                <a:latin typeface="Arial"/>
                <a:ea typeface="Arial"/>
                <a:cs typeface="Arial"/>
              </a:defRPr>
            </a:lvl4pPr>
            <a:lvl5pPr algn="ctr">
              <a:buNone/>
              <a:defRPr sz="2025" b="1">
                <a:solidFill>
                  <a:srgbClr val="16242B"/>
                </a:solidFill>
                <a:latin typeface="Arial"/>
                <a:ea typeface="Arial"/>
                <a:cs typeface="Arial"/>
              </a:defRPr>
            </a:lvl5pPr>
            <a:lvl6pPr algn="ctr">
              <a:buNone/>
              <a:defRPr sz="2025" b="1">
                <a:solidFill>
                  <a:srgbClr val="16242B"/>
                </a:solidFill>
                <a:latin typeface="Arial"/>
                <a:ea typeface="Arial"/>
                <a:cs typeface="Arial"/>
              </a:defRPr>
            </a:lvl6pPr>
            <a:lvl7pPr algn="ctr">
              <a:buNone/>
              <a:defRPr sz="2025" b="1">
                <a:solidFill>
                  <a:srgbClr val="16242B"/>
                </a:solidFill>
                <a:latin typeface="Arial"/>
                <a:ea typeface="Arial"/>
                <a:cs typeface="Arial"/>
              </a:defRPr>
            </a:lvl7pPr>
            <a:lvl8pPr algn="ctr">
              <a:buNone/>
              <a:defRPr sz="2025" b="1">
                <a:solidFill>
                  <a:srgbClr val="16242B"/>
                </a:solidFill>
                <a:latin typeface="Arial"/>
                <a:ea typeface="Arial"/>
                <a:cs typeface="Arial"/>
              </a:defRPr>
            </a:lvl8pPr>
            <a:lvl9pPr algn="ctr">
              <a:buNone/>
              <a:defRPr sz="2025" b="1">
                <a:solidFill>
                  <a:srgbClr val="16242B"/>
                </a:solidFill>
                <a:latin typeface="Arial"/>
                <a:ea typeface="Arial"/>
                <a:cs typeface="Arial"/>
              </a:defRPr>
            </a:lvl9pPr>
          </a:lstStyle>
          <a:p xmlns:a="http://schemas.openxmlformats.org/drawingml/2006/main">
            <a:pPr algn="ctr">
              <a:buNone/>
              <a:defRPr sz="2025" b="1">
                <a:solidFill>
                  <a:srgbClr val="16242B"/>
                </a:solidFill>
                <a:latin typeface="Arial"/>
                <a:ea typeface="Arial"/>
                <a:cs typeface="Arial"/>
              </a:defRPr>
            </a:pPr>
            <a:r>
              <a:rPr sz="2025" b="1">
                <a:solidFill>
                  <a:srgbClr val="16242B"/>
                </a:solidFill>
                <a:latin typeface="Arial"/>
                <a:ea typeface="Arial"/>
                <a:cs typeface="Arial"/>
              </a:rPr>
              <a:t>2  Craft</a:t>
            </a:r>
          </a:p>
        </p:txBody>
      </p:sp>
      <p:sp>
        <p:nvSpPr>
          <p:cNvPr id="6" name="build">
            <a:extLst xmlns:a="http://schemas.openxmlformats.org/drawingml/2006/main">
              <a:ext uri="{FF2B5EF4-FFF2-40B4-BE49-F238E27FC236}">
                <a16:creationId xmlns:a16="http://schemas.microsoft.com/office/drawing/2014/main" id="{E97148F4-7A46-4534-9818-9B96B8937C23}"/>
              </a:ext>
            </a:extLst>
          </p:cNvPr>
          <p:cNvSpPr>
            <a:spLocks xmlns:a="http://schemas.openxmlformats.org/drawingml/2006/main" noGrp="1"/>
          </p:cNvSpPr>
          <p:nvPr/>
        </p:nvSpPr>
        <p:spPr>
          <a:xfrm xmlns:a="http://schemas.openxmlformats.org/drawingml/2006/main">
            <a:off x="8782050" y="2095500"/>
            <a:ext cx="2762250" cy="952500"/>
          </a:xfrm>
          <a:prstGeom xmlns:a="http://schemas.openxmlformats.org/drawingml/2006/main" prst="rect">
            <a:avLst/>
          </a:prstGeom>
          <a:solidFill xmlns:a="http://schemas.openxmlformats.org/drawingml/2006/main">
            <a:srgbClr val="F4F7FA"/>
          </a:solidFill>
          <a:ln xmlns:a="http://schemas.openxmlformats.org/drawingml/2006/main" w="14288">
            <a:solidFill>
              <a:srgbClr val="16242B"/>
            </a:solidFill>
            <a:prstDash val="solid"/>
          </a:ln>
        </p:spPr>
        <p:txBody>
          <a:bodyPr xmlns:a="http://schemas.openxmlformats.org/drawingml/2006/main" lIns="114300" tIns="114300" rIns="114300" bIns="114300" anchor="ctr"/>
          <a:lstStyle xmlns:a="http://schemas.openxmlformats.org/drawingml/2006/main">
            <a:defPPr algn="ctr">
              <a:defRPr sz="2025" b="1">
                <a:solidFill>
                  <a:srgbClr val="16242B"/>
                </a:solidFill>
                <a:latin typeface="Arial"/>
                <a:ea typeface="Arial"/>
                <a:cs typeface="Arial"/>
              </a:defRPr>
            </a:defPPr>
            <a:lvl1pPr algn="ctr">
              <a:buNone/>
              <a:defRPr sz="2025" b="1">
                <a:solidFill>
                  <a:srgbClr val="16242B"/>
                </a:solidFill>
                <a:latin typeface="Arial"/>
                <a:ea typeface="Arial"/>
                <a:cs typeface="Arial"/>
              </a:defRPr>
            </a:lvl1pPr>
            <a:lvl2pPr algn="ctr">
              <a:buNone/>
              <a:defRPr sz="2025" b="1">
                <a:solidFill>
                  <a:srgbClr val="16242B"/>
                </a:solidFill>
                <a:latin typeface="Arial"/>
                <a:ea typeface="Arial"/>
                <a:cs typeface="Arial"/>
              </a:defRPr>
            </a:lvl2pPr>
            <a:lvl3pPr algn="ctr">
              <a:buNone/>
              <a:defRPr sz="2025" b="1">
                <a:solidFill>
                  <a:srgbClr val="16242B"/>
                </a:solidFill>
                <a:latin typeface="Arial"/>
                <a:ea typeface="Arial"/>
                <a:cs typeface="Arial"/>
              </a:defRPr>
            </a:lvl3pPr>
            <a:lvl4pPr algn="ctr">
              <a:buNone/>
              <a:defRPr sz="2025" b="1">
                <a:solidFill>
                  <a:srgbClr val="16242B"/>
                </a:solidFill>
                <a:latin typeface="Arial"/>
                <a:ea typeface="Arial"/>
                <a:cs typeface="Arial"/>
              </a:defRPr>
            </a:lvl4pPr>
            <a:lvl5pPr algn="ctr">
              <a:buNone/>
              <a:defRPr sz="2025" b="1">
                <a:solidFill>
                  <a:srgbClr val="16242B"/>
                </a:solidFill>
                <a:latin typeface="Arial"/>
                <a:ea typeface="Arial"/>
                <a:cs typeface="Arial"/>
              </a:defRPr>
            </a:lvl5pPr>
            <a:lvl6pPr algn="ctr">
              <a:buNone/>
              <a:defRPr sz="2025" b="1">
                <a:solidFill>
                  <a:srgbClr val="16242B"/>
                </a:solidFill>
                <a:latin typeface="Arial"/>
                <a:ea typeface="Arial"/>
                <a:cs typeface="Arial"/>
              </a:defRPr>
            </a:lvl6pPr>
            <a:lvl7pPr algn="ctr">
              <a:buNone/>
              <a:defRPr sz="2025" b="1">
                <a:solidFill>
                  <a:srgbClr val="16242B"/>
                </a:solidFill>
                <a:latin typeface="Arial"/>
                <a:ea typeface="Arial"/>
                <a:cs typeface="Arial"/>
              </a:defRPr>
            </a:lvl7pPr>
            <a:lvl8pPr algn="ctr">
              <a:buNone/>
              <a:defRPr sz="2025" b="1">
                <a:solidFill>
                  <a:srgbClr val="16242B"/>
                </a:solidFill>
                <a:latin typeface="Arial"/>
                <a:ea typeface="Arial"/>
                <a:cs typeface="Arial"/>
              </a:defRPr>
            </a:lvl8pPr>
            <a:lvl9pPr algn="ctr">
              <a:buNone/>
              <a:defRPr sz="2025" b="1">
                <a:solidFill>
                  <a:srgbClr val="16242B"/>
                </a:solidFill>
                <a:latin typeface="Arial"/>
                <a:ea typeface="Arial"/>
                <a:cs typeface="Arial"/>
              </a:defRPr>
            </a:lvl9pPr>
          </a:lstStyle>
          <a:p xmlns:a="http://schemas.openxmlformats.org/drawingml/2006/main">
            <a:pPr algn="ctr">
              <a:buNone/>
              <a:defRPr sz="2025" b="1">
                <a:solidFill>
                  <a:srgbClr val="16242B"/>
                </a:solidFill>
                <a:latin typeface="Arial"/>
                <a:ea typeface="Arial"/>
                <a:cs typeface="Arial"/>
              </a:defRPr>
            </a:pPr>
            <a:r>
              <a:rPr sz="2025" b="1">
                <a:solidFill>
                  <a:srgbClr val="16242B"/>
                </a:solidFill>
                <a:latin typeface="Arial"/>
                <a:ea typeface="Arial"/>
                <a:cs typeface="Arial"/>
              </a:rPr>
              <a:t>3  Build</a:t>
            </a:r>
          </a:p>
        </p:txBody>
      </p:sp>
      <p:sp>
        <p:nvSpPr>
          <p:cNvPr id="7" name="review">
            <a:extLst xmlns:a="http://schemas.openxmlformats.org/drawingml/2006/main">
              <a:ext uri="{FF2B5EF4-FFF2-40B4-BE49-F238E27FC236}">
                <a16:creationId xmlns:a16="http://schemas.microsoft.com/office/drawing/2014/main" id="{0EE20ABE-7F83-4655-A7B1-A523BE81A7C5}"/>
              </a:ext>
            </a:extLst>
          </p:cNvPr>
          <p:cNvSpPr>
            <a:spLocks xmlns:a="http://schemas.openxmlformats.org/drawingml/2006/main" noGrp="1"/>
          </p:cNvSpPr>
          <p:nvPr/>
        </p:nvSpPr>
        <p:spPr>
          <a:xfrm xmlns:a="http://schemas.openxmlformats.org/drawingml/2006/main">
            <a:off x="8782050" y="4305300"/>
            <a:ext cx="2762250" cy="952500"/>
          </a:xfrm>
          <a:prstGeom xmlns:a="http://schemas.openxmlformats.org/drawingml/2006/main" prst="rect">
            <a:avLst/>
          </a:prstGeom>
          <a:solidFill xmlns:a="http://schemas.openxmlformats.org/drawingml/2006/main">
            <a:srgbClr val="F4F7FA"/>
          </a:solidFill>
          <a:ln xmlns:a="http://schemas.openxmlformats.org/drawingml/2006/main" w="14288">
            <a:solidFill>
              <a:srgbClr val="16242B"/>
            </a:solidFill>
            <a:prstDash val="solid"/>
          </a:ln>
        </p:spPr>
        <p:txBody>
          <a:bodyPr xmlns:a="http://schemas.openxmlformats.org/drawingml/2006/main" lIns="114300" tIns="114300" rIns="114300" bIns="114300" anchor="ctr"/>
          <a:lstStyle xmlns:a="http://schemas.openxmlformats.org/drawingml/2006/main">
            <a:defPPr algn="ctr">
              <a:defRPr sz="2025" b="1">
                <a:solidFill>
                  <a:srgbClr val="16242B"/>
                </a:solidFill>
                <a:latin typeface="Arial"/>
                <a:ea typeface="Arial"/>
                <a:cs typeface="Arial"/>
              </a:defRPr>
            </a:defPPr>
            <a:lvl1pPr algn="ctr">
              <a:buNone/>
              <a:defRPr sz="2025" b="1">
                <a:solidFill>
                  <a:srgbClr val="16242B"/>
                </a:solidFill>
                <a:latin typeface="Arial"/>
                <a:ea typeface="Arial"/>
                <a:cs typeface="Arial"/>
              </a:defRPr>
            </a:lvl1pPr>
            <a:lvl2pPr algn="ctr">
              <a:buNone/>
              <a:defRPr sz="2025" b="1">
                <a:solidFill>
                  <a:srgbClr val="16242B"/>
                </a:solidFill>
                <a:latin typeface="Arial"/>
                <a:ea typeface="Arial"/>
                <a:cs typeface="Arial"/>
              </a:defRPr>
            </a:lvl2pPr>
            <a:lvl3pPr algn="ctr">
              <a:buNone/>
              <a:defRPr sz="2025" b="1">
                <a:solidFill>
                  <a:srgbClr val="16242B"/>
                </a:solidFill>
                <a:latin typeface="Arial"/>
                <a:ea typeface="Arial"/>
                <a:cs typeface="Arial"/>
              </a:defRPr>
            </a:lvl3pPr>
            <a:lvl4pPr algn="ctr">
              <a:buNone/>
              <a:defRPr sz="2025" b="1">
                <a:solidFill>
                  <a:srgbClr val="16242B"/>
                </a:solidFill>
                <a:latin typeface="Arial"/>
                <a:ea typeface="Arial"/>
                <a:cs typeface="Arial"/>
              </a:defRPr>
            </a:lvl4pPr>
            <a:lvl5pPr algn="ctr">
              <a:buNone/>
              <a:defRPr sz="2025" b="1">
                <a:solidFill>
                  <a:srgbClr val="16242B"/>
                </a:solidFill>
                <a:latin typeface="Arial"/>
                <a:ea typeface="Arial"/>
                <a:cs typeface="Arial"/>
              </a:defRPr>
            </a:lvl5pPr>
            <a:lvl6pPr algn="ctr">
              <a:buNone/>
              <a:defRPr sz="2025" b="1">
                <a:solidFill>
                  <a:srgbClr val="16242B"/>
                </a:solidFill>
                <a:latin typeface="Arial"/>
                <a:ea typeface="Arial"/>
                <a:cs typeface="Arial"/>
              </a:defRPr>
            </a:lvl6pPr>
            <a:lvl7pPr algn="ctr">
              <a:buNone/>
              <a:defRPr sz="2025" b="1">
                <a:solidFill>
                  <a:srgbClr val="16242B"/>
                </a:solidFill>
                <a:latin typeface="Arial"/>
                <a:ea typeface="Arial"/>
                <a:cs typeface="Arial"/>
              </a:defRPr>
            </a:lvl7pPr>
            <a:lvl8pPr algn="ctr">
              <a:buNone/>
              <a:defRPr sz="2025" b="1">
                <a:solidFill>
                  <a:srgbClr val="16242B"/>
                </a:solidFill>
                <a:latin typeface="Arial"/>
                <a:ea typeface="Arial"/>
                <a:cs typeface="Arial"/>
              </a:defRPr>
            </a:lvl8pPr>
            <a:lvl9pPr algn="ctr">
              <a:buNone/>
              <a:defRPr sz="2025" b="1">
                <a:solidFill>
                  <a:srgbClr val="16242B"/>
                </a:solidFill>
                <a:latin typeface="Arial"/>
                <a:ea typeface="Arial"/>
                <a:cs typeface="Arial"/>
              </a:defRPr>
            </a:lvl9pPr>
          </a:lstStyle>
          <a:p xmlns:a="http://schemas.openxmlformats.org/drawingml/2006/main">
            <a:pPr algn="ctr">
              <a:buNone/>
              <a:defRPr sz="2025" b="1">
                <a:solidFill>
                  <a:srgbClr val="16242B"/>
                </a:solidFill>
                <a:latin typeface="Arial"/>
                <a:ea typeface="Arial"/>
                <a:cs typeface="Arial"/>
              </a:defRPr>
            </a:pPr>
            <a:r>
              <a:rPr sz="2025" b="1">
                <a:solidFill>
                  <a:srgbClr val="16242B"/>
                </a:solidFill>
                <a:latin typeface="Arial"/>
                <a:ea typeface="Arial"/>
                <a:cs typeface="Arial"/>
              </a:rPr>
              <a:t>4  Render + review</a:t>
            </a:r>
          </a:p>
        </p:txBody>
      </p:sp>
      <p:sp>
        <p:nvSpPr>
          <p:cNvPr id="8" name="receiver">
            <a:extLst xmlns:a="http://schemas.openxmlformats.org/drawingml/2006/main">
              <a:ext uri="{FF2B5EF4-FFF2-40B4-BE49-F238E27FC236}">
                <a16:creationId xmlns:a16="http://schemas.microsoft.com/office/drawing/2014/main" id="{DC9C5646-75EF-4BB0-84D7-8DECF0099F34}"/>
              </a:ext>
            </a:extLst>
          </p:cNvPr>
          <p:cNvSpPr>
            <a:spLocks xmlns:a="http://schemas.openxmlformats.org/drawingml/2006/main" noGrp="1"/>
          </p:cNvSpPr>
          <p:nvPr/>
        </p:nvSpPr>
        <p:spPr>
          <a:xfrm xmlns:a="http://schemas.openxmlformats.org/drawingml/2006/main">
            <a:off x="4714875" y="4305300"/>
            <a:ext cx="2762250" cy="952500"/>
          </a:xfrm>
          <a:prstGeom xmlns:a="http://schemas.openxmlformats.org/drawingml/2006/main" prst="rect">
            <a:avLst/>
          </a:prstGeom>
          <a:solidFill xmlns:a="http://schemas.openxmlformats.org/drawingml/2006/main">
            <a:srgbClr val="F4F7FA"/>
          </a:solidFill>
          <a:ln xmlns:a="http://schemas.openxmlformats.org/drawingml/2006/main" w="14288">
            <a:solidFill>
              <a:srgbClr val="16242B"/>
            </a:solidFill>
            <a:prstDash val="solid"/>
          </a:ln>
        </p:spPr>
        <p:txBody>
          <a:bodyPr xmlns:a="http://schemas.openxmlformats.org/drawingml/2006/main" lIns="114300" tIns="114300" rIns="114300" bIns="114300" anchor="ctr"/>
          <a:lstStyle xmlns:a="http://schemas.openxmlformats.org/drawingml/2006/main">
            <a:defPPr algn="ctr">
              <a:defRPr sz="2025" b="1">
                <a:solidFill>
                  <a:srgbClr val="16242B"/>
                </a:solidFill>
                <a:latin typeface="Arial"/>
                <a:ea typeface="Arial"/>
                <a:cs typeface="Arial"/>
              </a:defRPr>
            </a:defPPr>
            <a:lvl1pPr algn="ctr">
              <a:buNone/>
              <a:defRPr sz="2025" b="1">
                <a:solidFill>
                  <a:srgbClr val="16242B"/>
                </a:solidFill>
                <a:latin typeface="Arial"/>
                <a:ea typeface="Arial"/>
                <a:cs typeface="Arial"/>
              </a:defRPr>
            </a:lvl1pPr>
            <a:lvl2pPr algn="ctr">
              <a:buNone/>
              <a:defRPr sz="2025" b="1">
                <a:solidFill>
                  <a:srgbClr val="16242B"/>
                </a:solidFill>
                <a:latin typeface="Arial"/>
                <a:ea typeface="Arial"/>
                <a:cs typeface="Arial"/>
              </a:defRPr>
            </a:lvl2pPr>
            <a:lvl3pPr algn="ctr">
              <a:buNone/>
              <a:defRPr sz="2025" b="1">
                <a:solidFill>
                  <a:srgbClr val="16242B"/>
                </a:solidFill>
                <a:latin typeface="Arial"/>
                <a:ea typeface="Arial"/>
                <a:cs typeface="Arial"/>
              </a:defRPr>
            </a:lvl3pPr>
            <a:lvl4pPr algn="ctr">
              <a:buNone/>
              <a:defRPr sz="2025" b="1">
                <a:solidFill>
                  <a:srgbClr val="16242B"/>
                </a:solidFill>
                <a:latin typeface="Arial"/>
                <a:ea typeface="Arial"/>
                <a:cs typeface="Arial"/>
              </a:defRPr>
            </a:lvl4pPr>
            <a:lvl5pPr algn="ctr">
              <a:buNone/>
              <a:defRPr sz="2025" b="1">
                <a:solidFill>
                  <a:srgbClr val="16242B"/>
                </a:solidFill>
                <a:latin typeface="Arial"/>
                <a:ea typeface="Arial"/>
                <a:cs typeface="Arial"/>
              </a:defRPr>
            </a:lvl5pPr>
            <a:lvl6pPr algn="ctr">
              <a:buNone/>
              <a:defRPr sz="2025" b="1">
                <a:solidFill>
                  <a:srgbClr val="16242B"/>
                </a:solidFill>
                <a:latin typeface="Arial"/>
                <a:ea typeface="Arial"/>
                <a:cs typeface="Arial"/>
              </a:defRPr>
            </a:lvl6pPr>
            <a:lvl7pPr algn="ctr">
              <a:buNone/>
              <a:defRPr sz="2025" b="1">
                <a:solidFill>
                  <a:srgbClr val="16242B"/>
                </a:solidFill>
                <a:latin typeface="Arial"/>
                <a:ea typeface="Arial"/>
                <a:cs typeface="Arial"/>
              </a:defRPr>
            </a:lvl7pPr>
            <a:lvl8pPr algn="ctr">
              <a:buNone/>
              <a:defRPr sz="2025" b="1">
                <a:solidFill>
                  <a:srgbClr val="16242B"/>
                </a:solidFill>
                <a:latin typeface="Arial"/>
                <a:ea typeface="Arial"/>
                <a:cs typeface="Arial"/>
              </a:defRPr>
            </a:lvl8pPr>
            <a:lvl9pPr algn="ctr">
              <a:buNone/>
              <a:defRPr sz="2025" b="1">
                <a:solidFill>
                  <a:srgbClr val="16242B"/>
                </a:solidFill>
                <a:latin typeface="Arial"/>
                <a:ea typeface="Arial"/>
                <a:cs typeface="Arial"/>
              </a:defRPr>
            </a:lvl9pPr>
          </a:lstStyle>
          <a:p xmlns:a="http://schemas.openxmlformats.org/drawingml/2006/main">
            <a:pPr algn="ctr">
              <a:buNone/>
              <a:defRPr sz="2025" b="1">
                <a:solidFill>
                  <a:srgbClr val="16242B"/>
                </a:solidFill>
                <a:latin typeface="Arial"/>
                <a:ea typeface="Arial"/>
                <a:cs typeface="Arial"/>
              </a:defRPr>
            </a:pPr>
            <a:r>
              <a:rPr sz="2025" b="1">
                <a:solidFill>
                  <a:srgbClr val="16242B"/>
                </a:solidFill>
                <a:latin typeface="Arial"/>
                <a:ea typeface="Arial"/>
                <a:cs typeface="Arial"/>
              </a:rPr>
              <a:t>5  Check the receiver</a:t>
            </a:r>
          </a:p>
        </p:txBody>
      </p:sp>
      <p:sp>
        <p:nvSpPr>
          <p:cNvPr id="9" name="deliver">
            <a:extLst xmlns:a="http://schemas.openxmlformats.org/drawingml/2006/main">
              <a:ext uri="{FF2B5EF4-FFF2-40B4-BE49-F238E27FC236}">
                <a16:creationId xmlns:a16="http://schemas.microsoft.com/office/drawing/2014/main" id="{85813078-B936-41A0-8D7F-DD2A848D84EC}"/>
              </a:ext>
            </a:extLst>
          </p:cNvPr>
          <p:cNvSpPr>
            <a:spLocks xmlns:a="http://schemas.openxmlformats.org/drawingml/2006/main" noGrp="1"/>
          </p:cNvSpPr>
          <p:nvPr/>
        </p:nvSpPr>
        <p:spPr>
          <a:xfrm xmlns:a="http://schemas.openxmlformats.org/drawingml/2006/main">
            <a:off x="647700" y="4305300"/>
            <a:ext cx="2762250" cy="952500"/>
          </a:xfrm>
          <a:prstGeom xmlns:a="http://schemas.openxmlformats.org/drawingml/2006/main" prst="rect">
            <a:avLst/>
          </a:prstGeom>
          <a:solidFill xmlns:a="http://schemas.openxmlformats.org/drawingml/2006/main">
            <a:srgbClr val="F4F7FA"/>
          </a:solidFill>
          <a:ln xmlns:a="http://schemas.openxmlformats.org/drawingml/2006/main" w="14288">
            <a:solidFill>
              <a:srgbClr val="006F70"/>
            </a:solidFill>
            <a:prstDash val="solid"/>
          </a:ln>
        </p:spPr>
        <p:txBody>
          <a:bodyPr xmlns:a="http://schemas.openxmlformats.org/drawingml/2006/main" lIns="114300" tIns="114300" rIns="114300" bIns="114300" anchor="ctr"/>
          <a:lstStyle xmlns:a="http://schemas.openxmlformats.org/drawingml/2006/main">
            <a:defPPr algn="ctr">
              <a:defRPr sz="2025" b="1">
                <a:solidFill>
                  <a:srgbClr val="006F70"/>
                </a:solidFill>
                <a:latin typeface="Arial"/>
                <a:ea typeface="Arial"/>
                <a:cs typeface="Arial"/>
              </a:defRPr>
            </a:defPPr>
            <a:lvl1pPr algn="ctr">
              <a:buNone/>
              <a:defRPr sz="2025" b="1">
                <a:solidFill>
                  <a:srgbClr val="006F70"/>
                </a:solidFill>
                <a:latin typeface="Arial"/>
                <a:ea typeface="Arial"/>
                <a:cs typeface="Arial"/>
              </a:defRPr>
            </a:lvl1pPr>
            <a:lvl2pPr algn="ctr">
              <a:buNone/>
              <a:defRPr sz="2025" b="1">
                <a:solidFill>
                  <a:srgbClr val="006F70"/>
                </a:solidFill>
                <a:latin typeface="Arial"/>
                <a:ea typeface="Arial"/>
                <a:cs typeface="Arial"/>
              </a:defRPr>
            </a:lvl2pPr>
            <a:lvl3pPr algn="ctr">
              <a:buNone/>
              <a:defRPr sz="2025" b="1">
                <a:solidFill>
                  <a:srgbClr val="006F70"/>
                </a:solidFill>
                <a:latin typeface="Arial"/>
                <a:ea typeface="Arial"/>
                <a:cs typeface="Arial"/>
              </a:defRPr>
            </a:lvl3pPr>
            <a:lvl4pPr algn="ctr">
              <a:buNone/>
              <a:defRPr sz="2025" b="1">
                <a:solidFill>
                  <a:srgbClr val="006F70"/>
                </a:solidFill>
                <a:latin typeface="Arial"/>
                <a:ea typeface="Arial"/>
                <a:cs typeface="Arial"/>
              </a:defRPr>
            </a:lvl4pPr>
            <a:lvl5pPr algn="ctr">
              <a:buNone/>
              <a:defRPr sz="2025" b="1">
                <a:solidFill>
                  <a:srgbClr val="006F70"/>
                </a:solidFill>
                <a:latin typeface="Arial"/>
                <a:ea typeface="Arial"/>
                <a:cs typeface="Arial"/>
              </a:defRPr>
            </a:lvl5pPr>
            <a:lvl6pPr algn="ctr">
              <a:buNone/>
              <a:defRPr sz="2025" b="1">
                <a:solidFill>
                  <a:srgbClr val="006F70"/>
                </a:solidFill>
                <a:latin typeface="Arial"/>
                <a:ea typeface="Arial"/>
                <a:cs typeface="Arial"/>
              </a:defRPr>
            </a:lvl6pPr>
            <a:lvl7pPr algn="ctr">
              <a:buNone/>
              <a:defRPr sz="2025" b="1">
                <a:solidFill>
                  <a:srgbClr val="006F70"/>
                </a:solidFill>
                <a:latin typeface="Arial"/>
                <a:ea typeface="Arial"/>
                <a:cs typeface="Arial"/>
              </a:defRPr>
            </a:lvl7pPr>
            <a:lvl8pPr algn="ctr">
              <a:buNone/>
              <a:defRPr sz="2025" b="1">
                <a:solidFill>
                  <a:srgbClr val="006F70"/>
                </a:solidFill>
                <a:latin typeface="Arial"/>
                <a:ea typeface="Arial"/>
                <a:cs typeface="Arial"/>
              </a:defRPr>
            </a:lvl8pPr>
            <a:lvl9pPr algn="ctr">
              <a:buNone/>
              <a:defRPr sz="2025" b="1">
                <a:solidFill>
                  <a:srgbClr val="006F70"/>
                </a:solidFill>
                <a:latin typeface="Arial"/>
                <a:ea typeface="Arial"/>
                <a:cs typeface="Arial"/>
              </a:defRPr>
            </a:lvl9pPr>
          </a:lstStyle>
          <a:p xmlns:a="http://schemas.openxmlformats.org/drawingml/2006/main">
            <a:pPr algn="ctr">
              <a:buNone/>
              <a:defRPr sz="2025" b="1">
                <a:solidFill>
                  <a:srgbClr val="006F70"/>
                </a:solidFill>
                <a:latin typeface="Arial"/>
                <a:ea typeface="Arial"/>
                <a:cs typeface="Arial"/>
              </a:defRPr>
            </a:pPr>
            <a:r>
              <a:rPr sz="2025" b="1">
                <a:solidFill>
                  <a:srgbClr val="006F70"/>
                </a:solidFill>
                <a:latin typeface="Arial"/>
                <a:ea typeface="Arial"/>
                <a:cs typeface="Arial"/>
              </a:rPr>
              <a:t>6  Deliver</a:t>
            </a:r>
          </a:p>
        </p:txBody>
      </p:sp>
      <p:sp>
        <p:nvSpPr>
          <p:cNvPr id="15" name="review-to-craft">
            <a:extLst xmlns:a="http://schemas.openxmlformats.org/drawingml/2006/main">
              <a:ext uri="{FF2B5EF4-FFF2-40B4-BE49-F238E27FC236}">
                <a16:creationId xmlns:a16="http://schemas.microsoft.com/office/drawing/2014/main" id="{B6A01622-3F19-4E40-A134-25DF1BC8A242}"/>
              </a:ext>
            </a:extLst>
          </p:cNvPr>
          <p:cNvSpPr>
            <a:spLocks xmlns:a="http://schemas.openxmlformats.org/drawingml/2006/main" noGrp="1"/>
          </p:cNvSpPr>
          <p:nvPr/>
        </p:nvSpPr>
        <p:spPr>
          <a:xfrm xmlns:a="http://schemas.openxmlformats.org/drawingml/2006/main">
            <a:off x="6096000" y="3048000"/>
            <a:ext cx="3524250" cy="1257300"/>
          </a:xfrm>
          <a:custGeom xmlns:a="http://schemas.openxmlformats.org/drawingml/2006/main">
            <a:pathLst>
              <a:path w="3524250" h="1257300">
                <a:moveTo>
                  <a:pt x="3524250" y="1257300"/>
                </a:moveTo>
                <a:lnTo>
                  <a:pt x="3524250" y="533400"/>
                </a:lnTo>
                <a:lnTo>
                  <a:pt x="0" y="533400"/>
                </a:lnTo>
                <a:lnTo>
                  <a:pt x="0" y="0"/>
                </a:lnTo>
              </a:path>
            </a:pathLst>
          </a:custGeom>
          <a:noFill xmlns:a="http://schemas.openxmlformats.org/drawingml/2006/main"/>
          <a:ln xmlns:a="http://schemas.openxmlformats.org/drawingml/2006/main" w="19050">
            <a:solidFill>
              <a:srgbClr val="7248B4"/>
            </a:solidFill>
            <a:prstDash val="solid"/>
          </a:ln>
        </p:spPr>
      </p:sp>
      <p:sp>
        <p:nvSpPr>
          <p:cNvPr id="16" name="review-to-craft-head">
            <a:extLst xmlns:a="http://schemas.openxmlformats.org/drawingml/2006/main">
              <a:ext uri="{FF2B5EF4-FFF2-40B4-BE49-F238E27FC236}">
                <a16:creationId xmlns:a16="http://schemas.microsoft.com/office/drawing/2014/main" id="{460747FA-FE29-4A91-A966-AD21C22A9B0B}"/>
              </a:ext>
            </a:extLst>
          </p:cNvPr>
          <p:cNvSpPr>
            <a:spLocks xmlns:a="http://schemas.openxmlformats.org/drawingml/2006/main" noGrp="1"/>
          </p:cNvSpPr>
          <p:nvPr/>
        </p:nvSpPr>
        <p:spPr>
          <a:xfrm xmlns:a="http://schemas.openxmlformats.org/drawingml/2006/main">
            <a:off x="6057900" y="3048000"/>
            <a:ext cx="76200" cy="76200"/>
          </a:xfrm>
          <a:custGeom xmlns:a="http://schemas.openxmlformats.org/drawingml/2006/main">
            <a:pathLst>
              <a:path w="76200" h="76200">
                <a:moveTo>
                  <a:pt x="38100" y="0"/>
                </a:moveTo>
                <a:lnTo>
                  <a:pt x="0" y="76200"/>
                </a:lnTo>
                <a:lnTo>
                  <a:pt x="76200" y="76200"/>
                </a:lnTo>
                <a:close/>
              </a:path>
            </a:pathLst>
          </a:custGeom>
          <a:solidFill xmlns:a="http://schemas.openxmlformats.org/drawingml/2006/main">
            <a:srgbClr val="7248B4"/>
          </a:solidFill>
          <a:ln xmlns:a="http://schemas.openxmlformats.org/drawingml/2006/main" w="0">
            <a:noFill/>
          </a:ln>
        </p:spPr>
      </p:sp>
      <p:sp>
        <p:nvSpPr>
          <p:cNvPr id="17" name="revision">
            <a:extLst xmlns:a="http://schemas.openxmlformats.org/drawingml/2006/main">
              <a:ext uri="{FF2B5EF4-FFF2-40B4-BE49-F238E27FC236}">
                <a16:creationId xmlns:a16="http://schemas.microsoft.com/office/drawing/2014/main" id="{21AD93C0-6B0F-491B-80D3-3DC4FD5429EE}"/>
              </a:ext>
            </a:extLst>
          </p:cNvPr>
          <p:cNvSpPr>
            <a:spLocks xmlns:a="http://schemas.openxmlformats.org/drawingml/2006/main" noGrp="1"/>
          </p:cNvSpPr>
          <p:nvPr/>
        </p:nvSpPr>
        <p:spPr>
          <a:xfrm xmlns:a="http://schemas.openxmlformats.org/drawingml/2006/main">
            <a:off x="6305550" y="3152775"/>
            <a:ext cx="3762375"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lstStyle xmlns:a="http://schemas.openxmlformats.org/drawingml/2006/main">
            <a:defPPr algn="l">
              <a:defRPr sz="1725" b="1">
                <a:solidFill>
                  <a:srgbClr val="7248B4"/>
                </a:solidFill>
                <a:latin typeface="Arial"/>
                <a:ea typeface="Arial"/>
                <a:cs typeface="Arial"/>
              </a:defRPr>
            </a:defPPr>
            <a:lvl1pPr algn="l">
              <a:buNone/>
              <a:defRPr sz="1725" b="1">
                <a:solidFill>
                  <a:srgbClr val="7248B4"/>
                </a:solidFill>
                <a:latin typeface="Arial"/>
                <a:ea typeface="Arial"/>
                <a:cs typeface="Arial"/>
              </a:defRPr>
            </a:lvl1pPr>
            <a:lvl2pPr algn="l">
              <a:buNone/>
              <a:defRPr sz="1725" b="1">
                <a:solidFill>
                  <a:srgbClr val="7248B4"/>
                </a:solidFill>
                <a:latin typeface="Arial"/>
                <a:ea typeface="Arial"/>
                <a:cs typeface="Arial"/>
              </a:defRPr>
            </a:lvl2pPr>
            <a:lvl3pPr algn="l">
              <a:buNone/>
              <a:defRPr sz="1725" b="1">
                <a:solidFill>
                  <a:srgbClr val="7248B4"/>
                </a:solidFill>
                <a:latin typeface="Arial"/>
                <a:ea typeface="Arial"/>
                <a:cs typeface="Arial"/>
              </a:defRPr>
            </a:lvl3pPr>
            <a:lvl4pPr algn="l">
              <a:buNone/>
              <a:defRPr sz="1725" b="1">
                <a:solidFill>
                  <a:srgbClr val="7248B4"/>
                </a:solidFill>
                <a:latin typeface="Arial"/>
                <a:ea typeface="Arial"/>
                <a:cs typeface="Arial"/>
              </a:defRPr>
            </a:lvl4pPr>
            <a:lvl5pPr algn="l">
              <a:buNone/>
              <a:defRPr sz="1725" b="1">
                <a:solidFill>
                  <a:srgbClr val="7248B4"/>
                </a:solidFill>
                <a:latin typeface="Arial"/>
                <a:ea typeface="Arial"/>
                <a:cs typeface="Arial"/>
              </a:defRPr>
            </a:lvl5pPr>
            <a:lvl6pPr algn="l">
              <a:buNone/>
              <a:defRPr sz="1725" b="1">
                <a:solidFill>
                  <a:srgbClr val="7248B4"/>
                </a:solidFill>
                <a:latin typeface="Arial"/>
                <a:ea typeface="Arial"/>
                <a:cs typeface="Arial"/>
              </a:defRPr>
            </a:lvl6pPr>
            <a:lvl7pPr algn="l">
              <a:buNone/>
              <a:defRPr sz="1725" b="1">
                <a:solidFill>
                  <a:srgbClr val="7248B4"/>
                </a:solidFill>
                <a:latin typeface="Arial"/>
                <a:ea typeface="Arial"/>
                <a:cs typeface="Arial"/>
              </a:defRPr>
            </a:lvl7pPr>
            <a:lvl8pPr algn="l">
              <a:buNone/>
              <a:defRPr sz="1725" b="1">
                <a:solidFill>
                  <a:srgbClr val="7248B4"/>
                </a:solidFill>
                <a:latin typeface="Arial"/>
                <a:ea typeface="Arial"/>
                <a:cs typeface="Arial"/>
              </a:defRPr>
            </a:lvl8pPr>
            <a:lvl9pPr algn="l">
              <a:buNone/>
              <a:defRPr sz="1725" b="1">
                <a:solidFill>
                  <a:srgbClr val="7248B4"/>
                </a:solidFill>
                <a:latin typeface="Arial"/>
                <a:ea typeface="Arial"/>
                <a:cs typeface="Arial"/>
              </a:defRPr>
            </a:lvl9pPr>
          </a:lstStyle>
          <a:p xmlns:a="http://schemas.openxmlformats.org/drawingml/2006/main">
            <a:pPr algn="l">
              <a:buNone/>
              <a:defRPr sz="1725" b="1">
                <a:solidFill>
                  <a:srgbClr val="7248B4"/>
                </a:solidFill>
                <a:latin typeface="Arial"/>
                <a:ea typeface="Arial"/>
                <a:cs typeface="Arial"/>
              </a:defRPr>
            </a:pPr>
            <a:r>
              <a:rPr sz="1725" b="1">
                <a:solidFill>
                  <a:srgbClr val="7248B4"/>
                </a:solidFill>
                <a:latin typeface="Arial"/>
                <a:ea typeface="Arial"/>
                <a:cs typeface="Arial"/>
              </a:rPr>
              <a:t>Revise the affected beat</a:t>
            </a:r>
          </a:p>
        </p:txBody>
      </p:sp>
      <p:sp>
        <p:nvSpPr>
          <p:cNvPr id="18" name="receiver-to-build">
            <a:extLst xmlns:a="http://schemas.openxmlformats.org/drawingml/2006/main">
              <a:ext uri="{FF2B5EF4-FFF2-40B4-BE49-F238E27FC236}">
                <a16:creationId xmlns:a16="http://schemas.microsoft.com/office/drawing/2014/main" id="{DBF63299-0D8F-46ED-874D-2DEBDD95FF64}"/>
              </a:ext>
            </a:extLst>
          </p:cNvPr>
          <p:cNvSpPr>
            <a:spLocks xmlns:a="http://schemas.openxmlformats.org/drawingml/2006/main" noGrp="1"/>
          </p:cNvSpPr>
          <p:nvPr/>
        </p:nvSpPr>
        <p:spPr>
          <a:xfrm xmlns:a="http://schemas.openxmlformats.org/drawingml/2006/main">
            <a:off x="6096000" y="2571750"/>
            <a:ext cx="5715000" cy="3086100"/>
          </a:xfrm>
          <a:custGeom xmlns:a="http://schemas.openxmlformats.org/drawingml/2006/main">
            <a:pathLst>
              <a:path w="5715000" h="3086100">
                <a:moveTo>
                  <a:pt x="0" y="2686050"/>
                </a:moveTo>
                <a:lnTo>
                  <a:pt x="0" y="3086100"/>
                </a:lnTo>
                <a:lnTo>
                  <a:pt x="5715000" y="3086100"/>
                </a:lnTo>
                <a:lnTo>
                  <a:pt x="5715000" y="0"/>
                </a:lnTo>
                <a:lnTo>
                  <a:pt x="5448300" y="0"/>
                </a:lnTo>
              </a:path>
            </a:pathLst>
          </a:custGeom>
          <a:noFill xmlns:a="http://schemas.openxmlformats.org/drawingml/2006/main"/>
          <a:ln xmlns:a="http://schemas.openxmlformats.org/drawingml/2006/main" w="19050">
            <a:solidFill>
              <a:srgbClr val="7248B4"/>
            </a:solidFill>
            <a:prstDash val="solid"/>
          </a:ln>
        </p:spPr>
      </p:sp>
      <p:sp>
        <p:nvSpPr>
          <p:cNvPr id="19" name="receiver-to-build-head">
            <a:extLst xmlns:a="http://schemas.openxmlformats.org/drawingml/2006/main">
              <a:ext uri="{FF2B5EF4-FFF2-40B4-BE49-F238E27FC236}">
                <a16:creationId xmlns:a16="http://schemas.microsoft.com/office/drawing/2014/main" id="{02C2369C-1C5B-4F15-B0E8-A6FCD328319C}"/>
              </a:ext>
            </a:extLst>
          </p:cNvPr>
          <p:cNvSpPr>
            <a:spLocks xmlns:a="http://schemas.openxmlformats.org/drawingml/2006/main" noGrp="1"/>
          </p:cNvSpPr>
          <p:nvPr/>
        </p:nvSpPr>
        <p:spPr>
          <a:xfrm xmlns:a="http://schemas.openxmlformats.org/drawingml/2006/main">
            <a:off x="11544300" y="2533650"/>
            <a:ext cx="76200" cy="76200"/>
          </a:xfrm>
          <a:custGeom xmlns:a="http://schemas.openxmlformats.org/drawingml/2006/main">
            <a:pathLst>
              <a:path w="76200" h="76200">
                <a:moveTo>
                  <a:pt x="0" y="38100"/>
                </a:moveTo>
                <a:lnTo>
                  <a:pt x="76200" y="0"/>
                </a:lnTo>
                <a:lnTo>
                  <a:pt x="76200" y="76200"/>
                </a:lnTo>
                <a:close/>
              </a:path>
            </a:pathLst>
          </a:custGeom>
          <a:solidFill xmlns:a="http://schemas.openxmlformats.org/drawingml/2006/main">
            <a:srgbClr val="7248B4"/>
          </a:solidFill>
          <a:ln xmlns:a="http://schemas.openxmlformats.org/drawingml/2006/main" w="0">
            <a:noFill/>
          </a:ln>
        </p:spPr>
      </p:sp>
      <p:sp>
        <p:nvSpPr>
          <p:cNvPr id="20" name="receiver-fix">
            <a:extLst xmlns:a="http://schemas.openxmlformats.org/drawingml/2006/main">
              <a:ext uri="{FF2B5EF4-FFF2-40B4-BE49-F238E27FC236}">
                <a16:creationId xmlns:a16="http://schemas.microsoft.com/office/drawing/2014/main" id="{21A5CC14-DB8B-4C75-9796-2D549B5FCB54}"/>
              </a:ext>
            </a:extLst>
          </p:cNvPr>
          <p:cNvSpPr>
            <a:spLocks xmlns:a="http://schemas.openxmlformats.org/drawingml/2006/main" noGrp="1"/>
          </p:cNvSpPr>
          <p:nvPr/>
        </p:nvSpPr>
        <p:spPr>
          <a:xfrm xmlns:a="http://schemas.openxmlformats.org/drawingml/2006/main">
            <a:off x="6438900" y="5772150"/>
            <a:ext cx="428625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lstStyle xmlns:a="http://schemas.openxmlformats.org/drawingml/2006/main">
            <a:defPPr algn="l">
              <a:defRPr sz="1725" b="1">
                <a:solidFill>
                  <a:srgbClr val="7248B4"/>
                </a:solidFill>
                <a:latin typeface="Arial"/>
                <a:ea typeface="Arial"/>
                <a:cs typeface="Arial"/>
              </a:defRPr>
            </a:defPPr>
            <a:lvl1pPr algn="l">
              <a:buNone/>
              <a:defRPr sz="1725" b="1">
                <a:solidFill>
                  <a:srgbClr val="7248B4"/>
                </a:solidFill>
                <a:latin typeface="Arial"/>
                <a:ea typeface="Arial"/>
                <a:cs typeface="Arial"/>
              </a:defRPr>
            </a:lvl1pPr>
            <a:lvl2pPr algn="l">
              <a:buNone/>
              <a:defRPr sz="1725" b="1">
                <a:solidFill>
                  <a:srgbClr val="7248B4"/>
                </a:solidFill>
                <a:latin typeface="Arial"/>
                <a:ea typeface="Arial"/>
                <a:cs typeface="Arial"/>
              </a:defRPr>
            </a:lvl2pPr>
            <a:lvl3pPr algn="l">
              <a:buNone/>
              <a:defRPr sz="1725" b="1">
                <a:solidFill>
                  <a:srgbClr val="7248B4"/>
                </a:solidFill>
                <a:latin typeface="Arial"/>
                <a:ea typeface="Arial"/>
                <a:cs typeface="Arial"/>
              </a:defRPr>
            </a:lvl3pPr>
            <a:lvl4pPr algn="l">
              <a:buNone/>
              <a:defRPr sz="1725" b="1">
                <a:solidFill>
                  <a:srgbClr val="7248B4"/>
                </a:solidFill>
                <a:latin typeface="Arial"/>
                <a:ea typeface="Arial"/>
                <a:cs typeface="Arial"/>
              </a:defRPr>
            </a:lvl4pPr>
            <a:lvl5pPr algn="l">
              <a:buNone/>
              <a:defRPr sz="1725" b="1">
                <a:solidFill>
                  <a:srgbClr val="7248B4"/>
                </a:solidFill>
                <a:latin typeface="Arial"/>
                <a:ea typeface="Arial"/>
                <a:cs typeface="Arial"/>
              </a:defRPr>
            </a:lvl5pPr>
            <a:lvl6pPr algn="l">
              <a:buNone/>
              <a:defRPr sz="1725" b="1">
                <a:solidFill>
                  <a:srgbClr val="7248B4"/>
                </a:solidFill>
                <a:latin typeface="Arial"/>
                <a:ea typeface="Arial"/>
                <a:cs typeface="Arial"/>
              </a:defRPr>
            </a:lvl6pPr>
            <a:lvl7pPr algn="l">
              <a:buNone/>
              <a:defRPr sz="1725" b="1">
                <a:solidFill>
                  <a:srgbClr val="7248B4"/>
                </a:solidFill>
                <a:latin typeface="Arial"/>
                <a:ea typeface="Arial"/>
                <a:cs typeface="Arial"/>
              </a:defRPr>
            </a:lvl7pPr>
            <a:lvl8pPr algn="l">
              <a:buNone/>
              <a:defRPr sz="1725" b="1">
                <a:solidFill>
                  <a:srgbClr val="7248B4"/>
                </a:solidFill>
                <a:latin typeface="Arial"/>
                <a:ea typeface="Arial"/>
                <a:cs typeface="Arial"/>
              </a:defRPr>
            </a:lvl8pPr>
            <a:lvl9pPr algn="l">
              <a:buNone/>
              <a:defRPr sz="1725" b="1">
                <a:solidFill>
                  <a:srgbClr val="7248B4"/>
                </a:solidFill>
                <a:latin typeface="Arial"/>
                <a:ea typeface="Arial"/>
                <a:cs typeface="Arial"/>
              </a:defRPr>
            </a:lvl9pPr>
          </a:lstStyle>
          <a:p xmlns:a="http://schemas.openxmlformats.org/drawingml/2006/main">
            <a:pPr algn="l">
              <a:buNone/>
              <a:defRPr sz="1725" b="1">
                <a:solidFill>
                  <a:srgbClr val="7248B4"/>
                </a:solidFill>
                <a:latin typeface="Arial"/>
                <a:ea typeface="Arial"/>
                <a:cs typeface="Arial"/>
              </a:defRPr>
            </a:pPr>
            <a:r>
              <a:rPr sz="1725" b="1">
                <a:solidFill>
                  <a:srgbClr val="7248B4"/>
                </a:solidFill>
                <a:latin typeface="Arial"/>
                <a:ea typeface="Arial"/>
                <a:cs typeface="Arial"/>
              </a:rPr>
              <a:t>Repair a handoff defect</a:t>
            </a:r>
          </a:p>
        </p:txBody>
      </p:sp>
    </p:spTree>
    <p:extLst>
      <p:ext uri="{BB962C8B-B14F-4D97-AF65-F5344CB8AC3E}">
        <p14:creationId xmlns:p14="http://schemas.microsoft.com/office/powerpoint/2010/main" val="375989821"/>
      </p:ext>
    </p:extLst>
  </p:cSld>
</p:sld>
</file>

<file path=ppt/slides/slide9.xml><?xml version="1.0" encoding="utf-8"?>
<p:sld xmlns:p="http://schemas.openxmlformats.org/presentationml/2006/main">
  <p:cSld>
    <p:bg>
      <p:bgPr>
        <a:solidFill xmlns:a="http://schemas.openxmlformats.org/drawingml/2006/main">
          <a:srgbClr val="F4F7FA"/>
        </a:solidFill>
      </p:bgPr>
    </p:bg>
    <p:spTree>
      <p:nvGrpSpPr>
        <p:cNvPr id="1" name=""/>
        <p:cNvGrpSpPr/>
        <p:nvPr/>
      </p:nvGrpSpPr>
      <p:grpSpPr>
        <a:xfrm xmlns:a="http://schemas.openxmlformats.org/drawingml/2006/main"/>
      </p:grpSpPr>
      <p:sp>
        <p:nvSpPr>
          <p:cNvPr id="17" name="title">
            <a:extLst xmlns:a="http://schemas.openxmlformats.org/drawingml/2006/main">
              <a:ext uri="{FF2B5EF4-FFF2-40B4-BE49-F238E27FC236}">
                <a16:creationId xmlns:a16="http://schemas.microsoft.com/office/drawing/2014/main" id="{65663542-194C-4663-878B-BC9BF6143752}"/>
              </a:ext>
            </a:extLst>
          </p:cNvPr>
          <p:cNvSpPr>
            <a:spLocks xmlns:a="http://schemas.openxmlformats.org/drawingml/2006/main" noGrp="1"/>
          </p:cNvSpPr>
          <p:nvPr/>
        </p:nvSpPr>
        <p:spPr>
          <a:xfrm xmlns:a="http://schemas.openxmlformats.org/drawingml/2006/main">
            <a:off x="628650" y="447675"/>
            <a:ext cx="1093470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lstStyle xmlns:a="http://schemas.openxmlformats.org/drawingml/2006/main">
            <a:defPPr algn="l">
              <a:defRPr sz="3450" b="1">
                <a:solidFill>
                  <a:srgbClr val="16242B"/>
                </a:solidFill>
                <a:latin typeface="Arial"/>
                <a:ea typeface="Arial"/>
                <a:cs typeface="Arial"/>
              </a:defRPr>
            </a:defPPr>
            <a:lvl1pPr algn="l">
              <a:buNone/>
              <a:defRPr sz="3450" b="1">
                <a:solidFill>
                  <a:srgbClr val="16242B"/>
                </a:solidFill>
                <a:latin typeface="Arial"/>
                <a:ea typeface="Arial"/>
                <a:cs typeface="Arial"/>
              </a:defRPr>
            </a:lvl1pPr>
            <a:lvl2pPr algn="l">
              <a:buNone/>
              <a:defRPr sz="3450" b="1">
                <a:solidFill>
                  <a:srgbClr val="16242B"/>
                </a:solidFill>
                <a:latin typeface="Arial"/>
                <a:ea typeface="Arial"/>
                <a:cs typeface="Arial"/>
              </a:defRPr>
            </a:lvl2pPr>
            <a:lvl3pPr algn="l">
              <a:buNone/>
              <a:defRPr sz="3450" b="1">
                <a:solidFill>
                  <a:srgbClr val="16242B"/>
                </a:solidFill>
                <a:latin typeface="Arial"/>
                <a:ea typeface="Arial"/>
                <a:cs typeface="Arial"/>
              </a:defRPr>
            </a:lvl3pPr>
            <a:lvl4pPr algn="l">
              <a:buNone/>
              <a:defRPr sz="3450" b="1">
                <a:solidFill>
                  <a:srgbClr val="16242B"/>
                </a:solidFill>
                <a:latin typeface="Arial"/>
                <a:ea typeface="Arial"/>
                <a:cs typeface="Arial"/>
              </a:defRPr>
            </a:lvl4pPr>
            <a:lvl5pPr algn="l">
              <a:buNone/>
              <a:defRPr sz="3450" b="1">
                <a:solidFill>
                  <a:srgbClr val="16242B"/>
                </a:solidFill>
                <a:latin typeface="Arial"/>
                <a:ea typeface="Arial"/>
                <a:cs typeface="Arial"/>
              </a:defRPr>
            </a:lvl5pPr>
            <a:lvl6pPr algn="l">
              <a:buNone/>
              <a:defRPr sz="3450" b="1">
                <a:solidFill>
                  <a:srgbClr val="16242B"/>
                </a:solidFill>
                <a:latin typeface="Arial"/>
                <a:ea typeface="Arial"/>
                <a:cs typeface="Arial"/>
              </a:defRPr>
            </a:lvl6pPr>
            <a:lvl7pPr algn="l">
              <a:buNone/>
              <a:defRPr sz="3450" b="1">
                <a:solidFill>
                  <a:srgbClr val="16242B"/>
                </a:solidFill>
                <a:latin typeface="Arial"/>
                <a:ea typeface="Arial"/>
                <a:cs typeface="Arial"/>
              </a:defRPr>
            </a:lvl7pPr>
            <a:lvl8pPr algn="l">
              <a:buNone/>
              <a:defRPr sz="3450" b="1">
                <a:solidFill>
                  <a:srgbClr val="16242B"/>
                </a:solidFill>
                <a:latin typeface="Arial"/>
                <a:ea typeface="Arial"/>
                <a:cs typeface="Arial"/>
              </a:defRPr>
            </a:lvl8pPr>
            <a:lvl9pPr algn="l">
              <a:buNone/>
              <a:defRPr sz="3450" b="1">
                <a:solidFill>
                  <a:srgbClr val="16242B"/>
                </a:solidFill>
                <a:latin typeface="Arial"/>
                <a:ea typeface="Arial"/>
                <a:cs typeface="Arial"/>
              </a:defRPr>
            </a:lvl9pPr>
          </a:lstStyle>
          <a:p xmlns:a="http://schemas.openxmlformats.org/drawingml/2006/main">
            <a:pPr algn="l">
              <a:buNone/>
              <a:defRPr sz="3450" b="1">
                <a:solidFill>
                  <a:srgbClr val="16242B"/>
                </a:solidFill>
                <a:latin typeface="Arial"/>
                <a:ea typeface="Arial"/>
                <a:cs typeface="Arial"/>
              </a:defRPr>
            </a:pPr>
            <a:r>
              <a:rPr sz="3450" b="1">
                <a:solidFill>
                  <a:srgbClr val="16242B"/>
                </a:solidFill>
                <a:latin typeface="Arial"/>
                <a:ea typeface="Arial"/>
                <a:cs typeface="Arial"/>
              </a:rPr>
              <a:t>Native tools and editable handoffs</a:t>
            </a:r>
          </a:p>
        </p:txBody>
      </p:sp>
      <p:sp>
        <p:nvSpPr>
          <p:cNvPr id="2" name="page">
            <a:extLst xmlns:a="http://schemas.openxmlformats.org/drawingml/2006/main">
              <a:ext uri="{FF2B5EF4-FFF2-40B4-BE49-F238E27FC236}">
                <a16:creationId xmlns:a16="http://schemas.microsoft.com/office/drawing/2014/main" id="{8F3C851C-6827-44E4-8906-2F7FC0150F51}"/>
              </a:ext>
            </a:extLst>
          </p:cNvPr>
          <p:cNvSpPr>
            <a:spLocks xmlns:a="http://schemas.openxmlformats.org/drawingml/2006/main" noGrp="1"/>
          </p:cNvSpPr>
          <p:nvPr/>
        </p:nvSpPr>
        <p:spPr>
          <a:xfrm xmlns:a="http://schemas.openxmlformats.org/drawingml/2006/main">
            <a:off x="11049000" y="6162675"/>
            <a:ext cx="5143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lstStyle xmlns:a="http://schemas.openxmlformats.org/drawingml/2006/main">
            <a:defPPr algn="l">
              <a:defRPr sz="1275" b="0">
                <a:solidFill>
                  <a:srgbClr val="526773"/>
                </a:solidFill>
                <a:latin typeface="Arial"/>
                <a:ea typeface="Arial"/>
                <a:cs typeface="Arial"/>
              </a:defRPr>
            </a:defPPr>
            <a:lvl1pPr algn="l">
              <a:buNone/>
              <a:defRPr sz="1275" b="0">
                <a:solidFill>
                  <a:srgbClr val="526773"/>
                </a:solidFill>
                <a:latin typeface="Arial"/>
                <a:ea typeface="Arial"/>
                <a:cs typeface="Arial"/>
              </a:defRPr>
            </a:lvl1pPr>
            <a:lvl2pPr algn="l">
              <a:buNone/>
              <a:defRPr sz="1275" b="0">
                <a:solidFill>
                  <a:srgbClr val="526773"/>
                </a:solidFill>
                <a:latin typeface="Arial"/>
                <a:ea typeface="Arial"/>
                <a:cs typeface="Arial"/>
              </a:defRPr>
            </a:lvl2pPr>
            <a:lvl3pPr algn="l">
              <a:buNone/>
              <a:defRPr sz="1275" b="0">
                <a:solidFill>
                  <a:srgbClr val="526773"/>
                </a:solidFill>
                <a:latin typeface="Arial"/>
                <a:ea typeface="Arial"/>
                <a:cs typeface="Arial"/>
              </a:defRPr>
            </a:lvl3pPr>
            <a:lvl4pPr algn="l">
              <a:buNone/>
              <a:defRPr sz="1275" b="0">
                <a:solidFill>
                  <a:srgbClr val="526773"/>
                </a:solidFill>
                <a:latin typeface="Arial"/>
                <a:ea typeface="Arial"/>
                <a:cs typeface="Arial"/>
              </a:defRPr>
            </a:lvl4pPr>
            <a:lvl5pPr algn="l">
              <a:buNone/>
              <a:defRPr sz="1275" b="0">
                <a:solidFill>
                  <a:srgbClr val="526773"/>
                </a:solidFill>
                <a:latin typeface="Arial"/>
                <a:ea typeface="Arial"/>
                <a:cs typeface="Arial"/>
              </a:defRPr>
            </a:lvl5pPr>
            <a:lvl6pPr algn="l">
              <a:buNone/>
              <a:defRPr sz="1275" b="0">
                <a:solidFill>
                  <a:srgbClr val="526773"/>
                </a:solidFill>
                <a:latin typeface="Arial"/>
                <a:ea typeface="Arial"/>
                <a:cs typeface="Arial"/>
              </a:defRPr>
            </a:lvl6pPr>
            <a:lvl7pPr algn="l">
              <a:buNone/>
              <a:defRPr sz="1275" b="0">
                <a:solidFill>
                  <a:srgbClr val="526773"/>
                </a:solidFill>
                <a:latin typeface="Arial"/>
                <a:ea typeface="Arial"/>
                <a:cs typeface="Arial"/>
              </a:defRPr>
            </a:lvl7pPr>
            <a:lvl8pPr algn="l">
              <a:buNone/>
              <a:defRPr sz="1275" b="0">
                <a:solidFill>
                  <a:srgbClr val="526773"/>
                </a:solidFill>
                <a:latin typeface="Arial"/>
                <a:ea typeface="Arial"/>
                <a:cs typeface="Arial"/>
              </a:defRPr>
            </a:lvl8pPr>
            <a:lvl9pPr algn="l">
              <a:buNone/>
              <a:defRPr sz="1275" b="0">
                <a:solidFill>
                  <a:srgbClr val="526773"/>
                </a:solidFill>
                <a:latin typeface="Arial"/>
                <a:ea typeface="Arial"/>
                <a:cs typeface="Arial"/>
              </a:defRPr>
            </a:lvl9pPr>
          </a:lstStyle>
          <a:p xmlns:a="http://schemas.openxmlformats.org/drawingml/2006/main">
            <a:pPr algn="l">
              <a:buNone/>
              <a:defRPr sz="1275" b="0">
                <a:solidFill>
                  <a:srgbClr val="526773"/>
                </a:solidFill>
                <a:latin typeface="Arial"/>
                <a:ea typeface="Arial"/>
                <a:cs typeface="Arial"/>
              </a:defRPr>
            </a:pPr>
            <a:r>
              <a:rPr sz="1275" b="0">
                <a:solidFill>
                  <a:srgbClr val="526773"/>
                </a:solidFill>
                <a:latin typeface="Arial"/>
                <a:ea typeface="Arial"/>
                <a:cs typeface="Arial"/>
              </a:rPr>
              <a:t>09</a:t>
            </a:r>
          </a:p>
        </p:txBody>
      </p:sp>
      <p:sp>
        <p:nvSpPr>
          <p:cNvPr id="3" name="tool-thesis">
            <a:extLst xmlns:a="http://schemas.openxmlformats.org/drawingml/2006/main">
              <a:ext uri="{FF2B5EF4-FFF2-40B4-BE49-F238E27FC236}">
                <a16:creationId xmlns:a16="http://schemas.microsoft.com/office/drawing/2014/main" id="{EEF90134-7A4A-47F5-B30B-28ACAAFE6BB2}"/>
              </a:ext>
            </a:extLst>
          </p:cNvPr>
          <p:cNvSpPr>
            <a:spLocks xmlns:a="http://schemas.openxmlformats.org/drawingml/2006/main" noGrp="1"/>
          </p:cNvSpPr>
          <p:nvPr/>
        </p:nvSpPr>
        <p:spPr>
          <a:xfrm xmlns:a="http://schemas.openxmlformats.org/drawingml/2006/main">
            <a:off x="647700" y="1238250"/>
            <a:ext cx="10763250" cy="6000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lstStyle xmlns:a="http://schemas.openxmlformats.org/drawingml/2006/main">
            <a:defPPr algn="l">
              <a:defRPr sz="2325" b="0">
                <a:solidFill>
                  <a:srgbClr val="526773"/>
                </a:solidFill>
                <a:latin typeface="Arial"/>
                <a:ea typeface="Arial"/>
                <a:cs typeface="Arial"/>
              </a:defRPr>
            </a:defPPr>
            <a:lvl1pPr algn="l">
              <a:buNone/>
              <a:defRPr sz="2325" b="0">
                <a:solidFill>
                  <a:srgbClr val="526773"/>
                </a:solidFill>
                <a:latin typeface="Arial"/>
                <a:ea typeface="Arial"/>
                <a:cs typeface="Arial"/>
              </a:defRPr>
            </a:lvl1pPr>
            <a:lvl2pPr algn="l">
              <a:buNone/>
              <a:defRPr sz="2325" b="0">
                <a:solidFill>
                  <a:srgbClr val="526773"/>
                </a:solidFill>
                <a:latin typeface="Arial"/>
                <a:ea typeface="Arial"/>
                <a:cs typeface="Arial"/>
              </a:defRPr>
            </a:lvl2pPr>
            <a:lvl3pPr algn="l">
              <a:buNone/>
              <a:defRPr sz="2325" b="0">
                <a:solidFill>
                  <a:srgbClr val="526773"/>
                </a:solidFill>
                <a:latin typeface="Arial"/>
                <a:ea typeface="Arial"/>
                <a:cs typeface="Arial"/>
              </a:defRPr>
            </a:lvl3pPr>
            <a:lvl4pPr algn="l">
              <a:buNone/>
              <a:defRPr sz="2325" b="0">
                <a:solidFill>
                  <a:srgbClr val="526773"/>
                </a:solidFill>
                <a:latin typeface="Arial"/>
                <a:ea typeface="Arial"/>
                <a:cs typeface="Arial"/>
              </a:defRPr>
            </a:lvl4pPr>
            <a:lvl5pPr algn="l">
              <a:buNone/>
              <a:defRPr sz="2325" b="0">
                <a:solidFill>
                  <a:srgbClr val="526773"/>
                </a:solidFill>
                <a:latin typeface="Arial"/>
                <a:ea typeface="Arial"/>
                <a:cs typeface="Arial"/>
              </a:defRPr>
            </a:lvl5pPr>
            <a:lvl6pPr algn="l">
              <a:buNone/>
              <a:defRPr sz="2325" b="0">
                <a:solidFill>
                  <a:srgbClr val="526773"/>
                </a:solidFill>
                <a:latin typeface="Arial"/>
                <a:ea typeface="Arial"/>
                <a:cs typeface="Arial"/>
              </a:defRPr>
            </a:lvl6pPr>
            <a:lvl7pPr algn="l">
              <a:buNone/>
              <a:defRPr sz="2325" b="0">
                <a:solidFill>
                  <a:srgbClr val="526773"/>
                </a:solidFill>
                <a:latin typeface="Arial"/>
                <a:ea typeface="Arial"/>
                <a:cs typeface="Arial"/>
              </a:defRPr>
            </a:lvl7pPr>
            <a:lvl8pPr algn="l">
              <a:buNone/>
              <a:defRPr sz="2325" b="0">
                <a:solidFill>
                  <a:srgbClr val="526773"/>
                </a:solidFill>
                <a:latin typeface="Arial"/>
                <a:ea typeface="Arial"/>
                <a:cs typeface="Arial"/>
              </a:defRPr>
            </a:lvl8pPr>
            <a:lvl9pPr algn="l">
              <a:buNone/>
              <a:defRPr sz="2325" b="0">
                <a:solidFill>
                  <a:srgbClr val="526773"/>
                </a:solidFill>
                <a:latin typeface="Arial"/>
                <a:ea typeface="Arial"/>
                <a:cs typeface="Arial"/>
              </a:defRPr>
            </a:lvl9pPr>
          </a:lstStyle>
          <a:p xmlns:a="http://schemas.openxmlformats.org/drawingml/2006/main">
            <a:pPr algn="l">
              <a:buNone/>
              <a:defRPr sz="2325" b="0">
                <a:solidFill>
                  <a:srgbClr val="526773"/>
                </a:solidFill>
                <a:latin typeface="Arial"/>
                <a:ea typeface="Arial"/>
                <a:cs typeface="Arial"/>
              </a:defRPr>
            </a:pPr>
            <a:r>
              <a:rPr sz="2325" b="0">
                <a:solidFill>
                  <a:srgbClr val="526773"/>
                </a:solidFill>
                <a:latin typeface="Arial"/>
                <a:ea typeface="Arial"/>
                <a:cs typeface="Arial"/>
              </a:rPr>
              <a:t>Choose the route for the medium and the controls the receiver needs.</a:t>
            </a:r>
          </a:p>
        </p:txBody>
      </p:sp>
      <p:sp>
        <p:nvSpPr>
          <p:cNvPr id="4" name="route-0">
            <a:extLst xmlns:a="http://schemas.openxmlformats.org/drawingml/2006/main">
              <a:ext uri="{FF2B5EF4-FFF2-40B4-BE49-F238E27FC236}">
                <a16:creationId xmlns:a16="http://schemas.microsoft.com/office/drawing/2014/main" id="{78B8F6D6-B6B0-48B4-B507-B8477D11A6E6}"/>
              </a:ext>
            </a:extLst>
          </p:cNvPr>
          <p:cNvSpPr>
            <a:spLocks xmlns:a="http://schemas.openxmlformats.org/drawingml/2006/main" noGrp="1"/>
          </p:cNvSpPr>
          <p:nvPr/>
        </p:nvSpPr>
        <p:spPr>
          <a:xfrm xmlns:a="http://schemas.openxmlformats.org/drawingml/2006/main">
            <a:off x="666750" y="2286000"/>
            <a:ext cx="209550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lstStyle xmlns:a="http://schemas.openxmlformats.org/drawingml/2006/main">
            <a:defPPr algn="l">
              <a:defRPr sz="2175" b="1">
                <a:solidFill>
                  <a:srgbClr val="006F70"/>
                </a:solidFill>
                <a:latin typeface="Arial"/>
                <a:ea typeface="Arial"/>
                <a:cs typeface="Arial"/>
              </a:defRPr>
            </a:defPPr>
            <a:lvl1pPr algn="l">
              <a:buNone/>
              <a:defRPr sz="2175" b="1">
                <a:solidFill>
                  <a:srgbClr val="006F70"/>
                </a:solidFill>
                <a:latin typeface="Arial"/>
                <a:ea typeface="Arial"/>
                <a:cs typeface="Arial"/>
              </a:defRPr>
            </a:lvl1pPr>
            <a:lvl2pPr algn="l">
              <a:buNone/>
              <a:defRPr sz="2175" b="1">
                <a:solidFill>
                  <a:srgbClr val="006F70"/>
                </a:solidFill>
                <a:latin typeface="Arial"/>
                <a:ea typeface="Arial"/>
                <a:cs typeface="Arial"/>
              </a:defRPr>
            </a:lvl2pPr>
            <a:lvl3pPr algn="l">
              <a:buNone/>
              <a:defRPr sz="2175" b="1">
                <a:solidFill>
                  <a:srgbClr val="006F70"/>
                </a:solidFill>
                <a:latin typeface="Arial"/>
                <a:ea typeface="Arial"/>
                <a:cs typeface="Arial"/>
              </a:defRPr>
            </a:lvl3pPr>
            <a:lvl4pPr algn="l">
              <a:buNone/>
              <a:defRPr sz="2175" b="1">
                <a:solidFill>
                  <a:srgbClr val="006F70"/>
                </a:solidFill>
                <a:latin typeface="Arial"/>
                <a:ea typeface="Arial"/>
                <a:cs typeface="Arial"/>
              </a:defRPr>
            </a:lvl4pPr>
            <a:lvl5pPr algn="l">
              <a:buNone/>
              <a:defRPr sz="2175" b="1">
                <a:solidFill>
                  <a:srgbClr val="006F70"/>
                </a:solidFill>
                <a:latin typeface="Arial"/>
                <a:ea typeface="Arial"/>
                <a:cs typeface="Arial"/>
              </a:defRPr>
            </a:lvl5pPr>
            <a:lvl6pPr algn="l">
              <a:buNone/>
              <a:defRPr sz="2175" b="1">
                <a:solidFill>
                  <a:srgbClr val="006F70"/>
                </a:solidFill>
                <a:latin typeface="Arial"/>
                <a:ea typeface="Arial"/>
                <a:cs typeface="Arial"/>
              </a:defRPr>
            </a:lvl6pPr>
            <a:lvl7pPr algn="l">
              <a:buNone/>
              <a:defRPr sz="2175" b="1">
                <a:solidFill>
                  <a:srgbClr val="006F70"/>
                </a:solidFill>
                <a:latin typeface="Arial"/>
                <a:ea typeface="Arial"/>
                <a:cs typeface="Arial"/>
              </a:defRPr>
            </a:lvl7pPr>
            <a:lvl8pPr algn="l">
              <a:buNone/>
              <a:defRPr sz="2175" b="1">
                <a:solidFill>
                  <a:srgbClr val="006F70"/>
                </a:solidFill>
                <a:latin typeface="Arial"/>
                <a:ea typeface="Arial"/>
                <a:cs typeface="Arial"/>
              </a:defRPr>
            </a:lvl8pPr>
            <a:lvl9pPr algn="l">
              <a:buNone/>
              <a:defRPr sz="2175" b="1">
                <a:solidFill>
                  <a:srgbClr val="006F70"/>
                </a:solidFill>
                <a:latin typeface="Arial"/>
                <a:ea typeface="Arial"/>
                <a:cs typeface="Arial"/>
              </a:defRPr>
            </a:lvl9pPr>
          </a:lstStyle>
          <a:p xmlns:a="http://schemas.openxmlformats.org/drawingml/2006/main">
            <a:pPr algn="l">
              <a:buNone/>
              <a:defRPr sz="2175" b="1">
                <a:solidFill>
                  <a:srgbClr val="006F70"/>
                </a:solidFill>
                <a:latin typeface="Arial"/>
                <a:ea typeface="Arial"/>
                <a:cs typeface="Arial"/>
              </a:defRPr>
            </a:pPr>
            <a:r>
              <a:rPr sz="2175" b="1">
                <a:solidFill>
                  <a:srgbClr val="006F70"/>
                </a:solidFill>
                <a:latin typeface="Arial"/>
                <a:ea typeface="Arial"/>
                <a:cs typeface="Arial"/>
              </a:rPr>
              <a:t>Editorial</a:t>
            </a:r>
          </a:p>
        </p:txBody>
      </p:sp>
      <p:sp>
        <p:nvSpPr>
          <p:cNvPr id="5" name="need-0">
            <a:extLst xmlns:a="http://schemas.openxmlformats.org/drawingml/2006/main">
              <a:ext uri="{FF2B5EF4-FFF2-40B4-BE49-F238E27FC236}">
                <a16:creationId xmlns:a16="http://schemas.microsoft.com/office/drawing/2014/main" id="{6B705263-5CDE-4365-8BEC-AC4577B5BED4}"/>
              </a:ext>
            </a:extLst>
          </p:cNvPr>
          <p:cNvSpPr>
            <a:spLocks xmlns:a="http://schemas.openxmlformats.org/drawingml/2006/main" noGrp="1"/>
          </p:cNvSpPr>
          <p:nvPr/>
        </p:nvSpPr>
        <p:spPr>
          <a:xfrm xmlns:a="http://schemas.openxmlformats.org/drawingml/2006/main">
            <a:off x="3000375" y="2286000"/>
            <a:ext cx="4610100" cy="609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lstStyle xmlns:a="http://schemas.openxmlformats.org/drawingml/2006/main">
            <a:defPPr algn="l">
              <a:defRPr sz="1950" b="0">
                <a:solidFill>
                  <a:srgbClr val="16242B"/>
                </a:solidFill>
                <a:latin typeface="Arial"/>
                <a:ea typeface="Arial"/>
                <a:cs typeface="Arial"/>
              </a:defRPr>
            </a:defPPr>
            <a:lvl1pPr algn="l">
              <a:buNone/>
              <a:defRPr sz="1950" b="0">
                <a:solidFill>
                  <a:srgbClr val="16242B"/>
                </a:solidFill>
                <a:latin typeface="Arial"/>
                <a:ea typeface="Arial"/>
                <a:cs typeface="Arial"/>
              </a:defRPr>
            </a:lvl1pPr>
            <a:lvl2pPr algn="l">
              <a:buNone/>
              <a:defRPr sz="1950" b="0">
                <a:solidFill>
                  <a:srgbClr val="16242B"/>
                </a:solidFill>
                <a:latin typeface="Arial"/>
                <a:ea typeface="Arial"/>
                <a:cs typeface="Arial"/>
              </a:defRPr>
            </a:lvl2pPr>
            <a:lvl3pPr algn="l">
              <a:buNone/>
              <a:defRPr sz="1950" b="0">
                <a:solidFill>
                  <a:srgbClr val="16242B"/>
                </a:solidFill>
                <a:latin typeface="Arial"/>
                <a:ea typeface="Arial"/>
                <a:cs typeface="Arial"/>
              </a:defRPr>
            </a:lvl3pPr>
            <a:lvl4pPr algn="l">
              <a:buNone/>
              <a:defRPr sz="1950" b="0">
                <a:solidFill>
                  <a:srgbClr val="16242B"/>
                </a:solidFill>
                <a:latin typeface="Arial"/>
                <a:ea typeface="Arial"/>
                <a:cs typeface="Arial"/>
              </a:defRPr>
            </a:lvl4pPr>
            <a:lvl5pPr algn="l">
              <a:buNone/>
              <a:defRPr sz="1950" b="0">
                <a:solidFill>
                  <a:srgbClr val="16242B"/>
                </a:solidFill>
                <a:latin typeface="Arial"/>
                <a:ea typeface="Arial"/>
                <a:cs typeface="Arial"/>
              </a:defRPr>
            </a:lvl5pPr>
            <a:lvl6pPr algn="l">
              <a:buNone/>
              <a:defRPr sz="1950" b="0">
                <a:solidFill>
                  <a:srgbClr val="16242B"/>
                </a:solidFill>
                <a:latin typeface="Arial"/>
                <a:ea typeface="Arial"/>
                <a:cs typeface="Arial"/>
              </a:defRPr>
            </a:lvl6pPr>
            <a:lvl7pPr algn="l">
              <a:buNone/>
              <a:defRPr sz="1950" b="0">
                <a:solidFill>
                  <a:srgbClr val="16242B"/>
                </a:solidFill>
                <a:latin typeface="Arial"/>
                <a:ea typeface="Arial"/>
                <a:cs typeface="Arial"/>
              </a:defRPr>
            </a:lvl7pPr>
            <a:lvl8pPr algn="l">
              <a:buNone/>
              <a:defRPr sz="1950" b="0">
                <a:solidFill>
                  <a:srgbClr val="16242B"/>
                </a:solidFill>
                <a:latin typeface="Arial"/>
                <a:ea typeface="Arial"/>
                <a:cs typeface="Arial"/>
              </a:defRPr>
            </a:lvl8pPr>
            <a:lvl9pPr algn="l">
              <a:buNone/>
              <a:defRPr sz="1950" b="0">
                <a:solidFill>
                  <a:srgbClr val="16242B"/>
                </a:solidFill>
                <a:latin typeface="Arial"/>
                <a:ea typeface="Arial"/>
                <a:cs typeface="Arial"/>
              </a:defRPr>
            </a:lvl9pPr>
          </a:lstStyle>
          <a:p xmlns:a="http://schemas.openxmlformats.org/drawingml/2006/main">
            <a:pPr algn="l">
              <a:buNone/>
              <a:defRPr sz="1950" b="0">
                <a:solidFill>
                  <a:srgbClr val="16242B"/>
                </a:solidFill>
                <a:latin typeface="Arial"/>
                <a:ea typeface="Arial"/>
                <a:cs typeface="Arial"/>
              </a:defRPr>
            </a:pPr>
            <a:r>
              <a:rPr sz="1950" b="0">
                <a:solidFill>
                  <a:srgbClr val="16242B"/>
                </a:solidFill>
                <a:latin typeface="Arial"/>
                <a:ea typeface="Arial"/>
                <a:cs typeface="Arial"/>
              </a:rPr>
              <a:t>Cuts, dialogue, sound and color</a:t>
            </a:r>
          </a:p>
        </p:txBody>
      </p:sp>
      <p:sp>
        <p:nvSpPr>
          <p:cNvPr id="6" name="handoff-0">
            <a:extLst xmlns:a="http://schemas.openxmlformats.org/drawingml/2006/main">
              <a:ext uri="{FF2B5EF4-FFF2-40B4-BE49-F238E27FC236}">
                <a16:creationId xmlns:a16="http://schemas.microsoft.com/office/drawing/2014/main" id="{8B0A13AA-DB26-45EB-9609-E2BBF6C71B2A}"/>
              </a:ext>
            </a:extLst>
          </p:cNvPr>
          <p:cNvSpPr>
            <a:spLocks xmlns:a="http://schemas.openxmlformats.org/drawingml/2006/main" noGrp="1"/>
          </p:cNvSpPr>
          <p:nvPr/>
        </p:nvSpPr>
        <p:spPr>
          <a:xfrm xmlns:a="http://schemas.openxmlformats.org/drawingml/2006/main">
            <a:off x="7953375" y="2286000"/>
            <a:ext cx="3333750" cy="609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lstStyle xmlns:a="http://schemas.openxmlformats.org/drawingml/2006/main">
            <a:defPPr algn="l">
              <a:defRPr sz="1950" b="0">
                <a:solidFill>
                  <a:srgbClr val="16242B"/>
                </a:solidFill>
                <a:latin typeface="Arial"/>
                <a:ea typeface="Arial"/>
                <a:cs typeface="Arial"/>
              </a:defRPr>
            </a:defPPr>
            <a:lvl1pPr algn="l">
              <a:buNone/>
              <a:defRPr sz="1950" b="0">
                <a:solidFill>
                  <a:srgbClr val="16242B"/>
                </a:solidFill>
                <a:latin typeface="Arial"/>
                <a:ea typeface="Arial"/>
                <a:cs typeface="Arial"/>
              </a:defRPr>
            </a:lvl1pPr>
            <a:lvl2pPr algn="l">
              <a:buNone/>
              <a:defRPr sz="1950" b="0">
                <a:solidFill>
                  <a:srgbClr val="16242B"/>
                </a:solidFill>
                <a:latin typeface="Arial"/>
                <a:ea typeface="Arial"/>
                <a:cs typeface="Arial"/>
              </a:defRPr>
            </a:lvl2pPr>
            <a:lvl3pPr algn="l">
              <a:buNone/>
              <a:defRPr sz="1950" b="0">
                <a:solidFill>
                  <a:srgbClr val="16242B"/>
                </a:solidFill>
                <a:latin typeface="Arial"/>
                <a:ea typeface="Arial"/>
                <a:cs typeface="Arial"/>
              </a:defRPr>
            </a:lvl3pPr>
            <a:lvl4pPr algn="l">
              <a:buNone/>
              <a:defRPr sz="1950" b="0">
                <a:solidFill>
                  <a:srgbClr val="16242B"/>
                </a:solidFill>
                <a:latin typeface="Arial"/>
                <a:ea typeface="Arial"/>
                <a:cs typeface="Arial"/>
              </a:defRPr>
            </a:lvl4pPr>
            <a:lvl5pPr algn="l">
              <a:buNone/>
              <a:defRPr sz="1950" b="0">
                <a:solidFill>
                  <a:srgbClr val="16242B"/>
                </a:solidFill>
                <a:latin typeface="Arial"/>
                <a:ea typeface="Arial"/>
                <a:cs typeface="Arial"/>
              </a:defRPr>
            </a:lvl5pPr>
            <a:lvl6pPr algn="l">
              <a:buNone/>
              <a:defRPr sz="1950" b="0">
                <a:solidFill>
                  <a:srgbClr val="16242B"/>
                </a:solidFill>
                <a:latin typeface="Arial"/>
                <a:ea typeface="Arial"/>
                <a:cs typeface="Arial"/>
              </a:defRPr>
            </a:lvl6pPr>
            <a:lvl7pPr algn="l">
              <a:buNone/>
              <a:defRPr sz="1950" b="0">
                <a:solidFill>
                  <a:srgbClr val="16242B"/>
                </a:solidFill>
                <a:latin typeface="Arial"/>
                <a:ea typeface="Arial"/>
                <a:cs typeface="Arial"/>
              </a:defRPr>
            </a:lvl7pPr>
            <a:lvl8pPr algn="l">
              <a:buNone/>
              <a:defRPr sz="1950" b="0">
                <a:solidFill>
                  <a:srgbClr val="16242B"/>
                </a:solidFill>
                <a:latin typeface="Arial"/>
                <a:ea typeface="Arial"/>
                <a:cs typeface="Arial"/>
              </a:defRPr>
            </a:lvl8pPr>
            <a:lvl9pPr algn="l">
              <a:buNone/>
              <a:defRPr sz="1950" b="0">
                <a:solidFill>
                  <a:srgbClr val="16242B"/>
                </a:solidFill>
                <a:latin typeface="Arial"/>
                <a:ea typeface="Arial"/>
                <a:cs typeface="Arial"/>
              </a:defRPr>
            </a:lvl9pPr>
          </a:lstStyle>
          <a:p xmlns:a="http://schemas.openxmlformats.org/drawingml/2006/main">
            <a:pPr algn="l">
              <a:buNone/>
              <a:defRPr sz="1950" b="0">
                <a:solidFill>
                  <a:srgbClr val="16242B"/>
                </a:solidFill>
                <a:latin typeface="Arial"/>
                <a:ea typeface="Arial"/>
                <a:cs typeface="Arial"/>
              </a:defRPr>
            </a:pPr>
            <a:r>
              <a:rPr sz="1950" b="0">
                <a:solidFill>
                  <a:srgbClr val="16242B"/>
                </a:solidFill>
                <a:latin typeface="Arial"/>
                <a:ea typeface="Arial"/>
                <a:cs typeface="Arial"/>
              </a:rPr>
              <a:t>Native timeline + media</a:t>
            </a:r>
          </a:p>
        </p:txBody>
      </p:sp>
      <p:sp>
        <p:nvSpPr>
          <p:cNvPr id="7" name="tool-rule-0">
            <a:extLst xmlns:a="http://schemas.openxmlformats.org/drawingml/2006/main">
              <a:ext uri="{FF2B5EF4-FFF2-40B4-BE49-F238E27FC236}">
                <a16:creationId xmlns:a16="http://schemas.microsoft.com/office/drawing/2014/main" id="{906B1490-B761-4CBF-A75A-75F41207F2F3}"/>
              </a:ext>
            </a:extLst>
          </p:cNvPr>
          <p:cNvSpPr>
            <a:spLocks xmlns:a="http://schemas.openxmlformats.org/drawingml/2006/main" noGrp="1"/>
          </p:cNvSpPr>
          <p:nvPr/>
        </p:nvSpPr>
        <p:spPr>
          <a:xfrm xmlns:a="http://schemas.openxmlformats.org/drawingml/2006/main">
            <a:off x="666750" y="3124200"/>
            <a:ext cx="10610850" cy="0"/>
          </a:xfrm>
          <a:prstGeom xmlns:a="http://schemas.openxmlformats.org/drawingml/2006/main" prst="line">
            <a:avLst/>
          </a:prstGeom>
          <a:noFill xmlns:a="http://schemas.openxmlformats.org/drawingml/2006/main"/>
          <a:ln xmlns:a="http://schemas.openxmlformats.org/drawingml/2006/main" w="14288">
            <a:solidFill>
              <a:srgbClr val="A8BAC5"/>
            </a:solidFill>
            <a:prstDash val="solid"/>
          </a:ln>
        </p:spPr>
      </p:sp>
      <p:sp>
        <p:nvSpPr>
          <p:cNvPr id="8" name="route-1">
            <a:extLst xmlns:a="http://schemas.openxmlformats.org/drawingml/2006/main">
              <a:ext uri="{FF2B5EF4-FFF2-40B4-BE49-F238E27FC236}">
                <a16:creationId xmlns:a16="http://schemas.microsoft.com/office/drawing/2014/main" id="{67501451-6978-493E-AD7D-416C14F52A3D}"/>
              </a:ext>
            </a:extLst>
          </p:cNvPr>
          <p:cNvSpPr>
            <a:spLocks xmlns:a="http://schemas.openxmlformats.org/drawingml/2006/main" noGrp="1"/>
          </p:cNvSpPr>
          <p:nvPr/>
        </p:nvSpPr>
        <p:spPr>
          <a:xfrm xmlns:a="http://schemas.openxmlformats.org/drawingml/2006/main">
            <a:off x="666750" y="3352800"/>
            <a:ext cx="209550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lstStyle xmlns:a="http://schemas.openxmlformats.org/drawingml/2006/main">
            <a:defPPr algn="l">
              <a:defRPr sz="2175" b="1">
                <a:solidFill>
                  <a:srgbClr val="006F70"/>
                </a:solidFill>
                <a:latin typeface="Arial"/>
                <a:ea typeface="Arial"/>
                <a:cs typeface="Arial"/>
              </a:defRPr>
            </a:defPPr>
            <a:lvl1pPr algn="l">
              <a:buNone/>
              <a:defRPr sz="2175" b="1">
                <a:solidFill>
                  <a:srgbClr val="006F70"/>
                </a:solidFill>
                <a:latin typeface="Arial"/>
                <a:ea typeface="Arial"/>
                <a:cs typeface="Arial"/>
              </a:defRPr>
            </a:lvl1pPr>
            <a:lvl2pPr algn="l">
              <a:buNone/>
              <a:defRPr sz="2175" b="1">
                <a:solidFill>
                  <a:srgbClr val="006F70"/>
                </a:solidFill>
                <a:latin typeface="Arial"/>
                <a:ea typeface="Arial"/>
                <a:cs typeface="Arial"/>
              </a:defRPr>
            </a:lvl2pPr>
            <a:lvl3pPr algn="l">
              <a:buNone/>
              <a:defRPr sz="2175" b="1">
                <a:solidFill>
                  <a:srgbClr val="006F70"/>
                </a:solidFill>
                <a:latin typeface="Arial"/>
                <a:ea typeface="Arial"/>
                <a:cs typeface="Arial"/>
              </a:defRPr>
            </a:lvl3pPr>
            <a:lvl4pPr algn="l">
              <a:buNone/>
              <a:defRPr sz="2175" b="1">
                <a:solidFill>
                  <a:srgbClr val="006F70"/>
                </a:solidFill>
                <a:latin typeface="Arial"/>
                <a:ea typeface="Arial"/>
                <a:cs typeface="Arial"/>
              </a:defRPr>
            </a:lvl4pPr>
            <a:lvl5pPr algn="l">
              <a:buNone/>
              <a:defRPr sz="2175" b="1">
                <a:solidFill>
                  <a:srgbClr val="006F70"/>
                </a:solidFill>
                <a:latin typeface="Arial"/>
                <a:ea typeface="Arial"/>
                <a:cs typeface="Arial"/>
              </a:defRPr>
            </a:lvl5pPr>
            <a:lvl6pPr algn="l">
              <a:buNone/>
              <a:defRPr sz="2175" b="1">
                <a:solidFill>
                  <a:srgbClr val="006F70"/>
                </a:solidFill>
                <a:latin typeface="Arial"/>
                <a:ea typeface="Arial"/>
                <a:cs typeface="Arial"/>
              </a:defRPr>
            </a:lvl6pPr>
            <a:lvl7pPr algn="l">
              <a:buNone/>
              <a:defRPr sz="2175" b="1">
                <a:solidFill>
                  <a:srgbClr val="006F70"/>
                </a:solidFill>
                <a:latin typeface="Arial"/>
                <a:ea typeface="Arial"/>
                <a:cs typeface="Arial"/>
              </a:defRPr>
            </a:lvl7pPr>
            <a:lvl8pPr algn="l">
              <a:buNone/>
              <a:defRPr sz="2175" b="1">
                <a:solidFill>
                  <a:srgbClr val="006F70"/>
                </a:solidFill>
                <a:latin typeface="Arial"/>
                <a:ea typeface="Arial"/>
                <a:cs typeface="Arial"/>
              </a:defRPr>
            </a:lvl8pPr>
            <a:lvl9pPr algn="l">
              <a:buNone/>
              <a:defRPr sz="2175" b="1">
                <a:solidFill>
                  <a:srgbClr val="006F70"/>
                </a:solidFill>
                <a:latin typeface="Arial"/>
                <a:ea typeface="Arial"/>
                <a:cs typeface="Arial"/>
              </a:defRPr>
            </a:lvl9pPr>
          </a:lstStyle>
          <a:p xmlns:a="http://schemas.openxmlformats.org/drawingml/2006/main">
            <a:pPr algn="l">
              <a:buNone/>
              <a:defRPr sz="2175" b="1">
                <a:solidFill>
                  <a:srgbClr val="006F70"/>
                </a:solidFill>
                <a:latin typeface="Arial"/>
                <a:ea typeface="Arial"/>
                <a:cs typeface="Arial"/>
              </a:defRPr>
            </a:pPr>
            <a:r>
              <a:rPr sz="2175" b="1">
                <a:solidFill>
                  <a:srgbClr val="006F70"/>
                </a:solidFill>
                <a:latin typeface="Arial"/>
                <a:ea typeface="Arial"/>
                <a:cs typeface="Arial"/>
              </a:rPr>
              <a:t>2D / motion</a:t>
            </a:r>
          </a:p>
        </p:txBody>
      </p:sp>
      <p:sp>
        <p:nvSpPr>
          <p:cNvPr id="9" name="need-1">
            <a:extLst xmlns:a="http://schemas.openxmlformats.org/drawingml/2006/main">
              <a:ext uri="{FF2B5EF4-FFF2-40B4-BE49-F238E27FC236}">
                <a16:creationId xmlns:a16="http://schemas.microsoft.com/office/drawing/2014/main" id="{0B379E10-18A9-484A-8C70-38A4F211FC8C}"/>
              </a:ext>
            </a:extLst>
          </p:cNvPr>
          <p:cNvSpPr>
            <a:spLocks xmlns:a="http://schemas.openxmlformats.org/drawingml/2006/main" noGrp="1"/>
          </p:cNvSpPr>
          <p:nvPr/>
        </p:nvSpPr>
        <p:spPr>
          <a:xfrm xmlns:a="http://schemas.openxmlformats.org/drawingml/2006/main">
            <a:off x="3000375" y="3352800"/>
            <a:ext cx="4610100" cy="609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lstStyle xmlns:a="http://schemas.openxmlformats.org/drawingml/2006/main">
            <a:defPPr algn="l">
              <a:defRPr sz="1950" b="0">
                <a:solidFill>
                  <a:srgbClr val="16242B"/>
                </a:solidFill>
                <a:latin typeface="Arial"/>
                <a:ea typeface="Arial"/>
                <a:cs typeface="Arial"/>
              </a:defRPr>
            </a:defPPr>
            <a:lvl1pPr algn="l">
              <a:buNone/>
              <a:defRPr sz="1950" b="0">
                <a:solidFill>
                  <a:srgbClr val="16242B"/>
                </a:solidFill>
                <a:latin typeface="Arial"/>
                <a:ea typeface="Arial"/>
                <a:cs typeface="Arial"/>
              </a:defRPr>
            </a:lvl1pPr>
            <a:lvl2pPr algn="l">
              <a:buNone/>
              <a:defRPr sz="1950" b="0">
                <a:solidFill>
                  <a:srgbClr val="16242B"/>
                </a:solidFill>
                <a:latin typeface="Arial"/>
                <a:ea typeface="Arial"/>
                <a:cs typeface="Arial"/>
              </a:defRPr>
            </a:lvl2pPr>
            <a:lvl3pPr algn="l">
              <a:buNone/>
              <a:defRPr sz="1950" b="0">
                <a:solidFill>
                  <a:srgbClr val="16242B"/>
                </a:solidFill>
                <a:latin typeface="Arial"/>
                <a:ea typeface="Arial"/>
                <a:cs typeface="Arial"/>
              </a:defRPr>
            </a:lvl3pPr>
            <a:lvl4pPr algn="l">
              <a:buNone/>
              <a:defRPr sz="1950" b="0">
                <a:solidFill>
                  <a:srgbClr val="16242B"/>
                </a:solidFill>
                <a:latin typeface="Arial"/>
                <a:ea typeface="Arial"/>
                <a:cs typeface="Arial"/>
              </a:defRPr>
            </a:lvl4pPr>
            <a:lvl5pPr algn="l">
              <a:buNone/>
              <a:defRPr sz="1950" b="0">
                <a:solidFill>
                  <a:srgbClr val="16242B"/>
                </a:solidFill>
                <a:latin typeface="Arial"/>
                <a:ea typeface="Arial"/>
                <a:cs typeface="Arial"/>
              </a:defRPr>
            </a:lvl5pPr>
            <a:lvl6pPr algn="l">
              <a:buNone/>
              <a:defRPr sz="1950" b="0">
                <a:solidFill>
                  <a:srgbClr val="16242B"/>
                </a:solidFill>
                <a:latin typeface="Arial"/>
                <a:ea typeface="Arial"/>
                <a:cs typeface="Arial"/>
              </a:defRPr>
            </a:lvl6pPr>
            <a:lvl7pPr algn="l">
              <a:buNone/>
              <a:defRPr sz="1950" b="0">
                <a:solidFill>
                  <a:srgbClr val="16242B"/>
                </a:solidFill>
                <a:latin typeface="Arial"/>
                <a:ea typeface="Arial"/>
                <a:cs typeface="Arial"/>
              </a:defRPr>
            </a:lvl7pPr>
            <a:lvl8pPr algn="l">
              <a:buNone/>
              <a:defRPr sz="1950" b="0">
                <a:solidFill>
                  <a:srgbClr val="16242B"/>
                </a:solidFill>
                <a:latin typeface="Arial"/>
                <a:ea typeface="Arial"/>
                <a:cs typeface="Arial"/>
              </a:defRPr>
            </a:lvl8pPr>
            <a:lvl9pPr algn="l">
              <a:buNone/>
              <a:defRPr sz="1950" b="0">
                <a:solidFill>
                  <a:srgbClr val="16242B"/>
                </a:solidFill>
                <a:latin typeface="Arial"/>
                <a:ea typeface="Arial"/>
                <a:cs typeface="Arial"/>
              </a:defRPr>
            </a:lvl9pPr>
          </a:lstStyle>
          <a:p xmlns:a="http://schemas.openxmlformats.org/drawingml/2006/main">
            <a:pPr algn="l">
              <a:buNone/>
              <a:defRPr sz="1950" b="0">
                <a:solidFill>
                  <a:srgbClr val="16242B"/>
                </a:solidFill>
                <a:latin typeface="Arial"/>
                <a:ea typeface="Arial"/>
                <a:cs typeface="Arial"/>
              </a:defRPr>
            </a:pPr>
            <a:r>
              <a:rPr sz="1950" b="0">
                <a:solidFill>
                  <a:srgbClr val="16242B"/>
                </a:solidFill>
                <a:latin typeface="Arial"/>
                <a:ea typeface="Arial"/>
                <a:cs typeface="Arial"/>
              </a:rPr>
              <a:t>Typography, UI, diagrams and loops</a:t>
            </a:r>
          </a:p>
        </p:txBody>
      </p:sp>
      <p:sp>
        <p:nvSpPr>
          <p:cNvPr id="10" name="handoff-1">
            <a:extLst xmlns:a="http://schemas.openxmlformats.org/drawingml/2006/main">
              <a:ext uri="{FF2B5EF4-FFF2-40B4-BE49-F238E27FC236}">
                <a16:creationId xmlns:a16="http://schemas.microsoft.com/office/drawing/2014/main" id="{98CC218F-DA42-44F5-A736-EEFA6D8B61CF}"/>
              </a:ext>
            </a:extLst>
          </p:cNvPr>
          <p:cNvSpPr>
            <a:spLocks xmlns:a="http://schemas.openxmlformats.org/drawingml/2006/main" noGrp="1"/>
          </p:cNvSpPr>
          <p:nvPr/>
        </p:nvSpPr>
        <p:spPr>
          <a:xfrm xmlns:a="http://schemas.openxmlformats.org/drawingml/2006/main">
            <a:off x="7953375" y="3352800"/>
            <a:ext cx="3333750" cy="609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lstStyle xmlns:a="http://schemas.openxmlformats.org/drawingml/2006/main">
            <a:defPPr algn="l">
              <a:defRPr sz="1950" b="0">
                <a:solidFill>
                  <a:srgbClr val="16242B"/>
                </a:solidFill>
                <a:latin typeface="Arial"/>
                <a:ea typeface="Arial"/>
                <a:cs typeface="Arial"/>
              </a:defRPr>
            </a:defPPr>
            <a:lvl1pPr algn="l">
              <a:buNone/>
              <a:defRPr sz="1950" b="0">
                <a:solidFill>
                  <a:srgbClr val="16242B"/>
                </a:solidFill>
                <a:latin typeface="Arial"/>
                <a:ea typeface="Arial"/>
                <a:cs typeface="Arial"/>
              </a:defRPr>
            </a:lvl1pPr>
            <a:lvl2pPr algn="l">
              <a:buNone/>
              <a:defRPr sz="1950" b="0">
                <a:solidFill>
                  <a:srgbClr val="16242B"/>
                </a:solidFill>
                <a:latin typeface="Arial"/>
                <a:ea typeface="Arial"/>
                <a:cs typeface="Arial"/>
              </a:defRPr>
            </a:lvl2pPr>
            <a:lvl3pPr algn="l">
              <a:buNone/>
              <a:defRPr sz="1950" b="0">
                <a:solidFill>
                  <a:srgbClr val="16242B"/>
                </a:solidFill>
                <a:latin typeface="Arial"/>
                <a:ea typeface="Arial"/>
                <a:cs typeface="Arial"/>
              </a:defRPr>
            </a:lvl3pPr>
            <a:lvl4pPr algn="l">
              <a:buNone/>
              <a:defRPr sz="1950" b="0">
                <a:solidFill>
                  <a:srgbClr val="16242B"/>
                </a:solidFill>
                <a:latin typeface="Arial"/>
                <a:ea typeface="Arial"/>
                <a:cs typeface="Arial"/>
              </a:defRPr>
            </a:lvl4pPr>
            <a:lvl5pPr algn="l">
              <a:buNone/>
              <a:defRPr sz="1950" b="0">
                <a:solidFill>
                  <a:srgbClr val="16242B"/>
                </a:solidFill>
                <a:latin typeface="Arial"/>
                <a:ea typeface="Arial"/>
                <a:cs typeface="Arial"/>
              </a:defRPr>
            </a:lvl5pPr>
            <a:lvl6pPr algn="l">
              <a:buNone/>
              <a:defRPr sz="1950" b="0">
                <a:solidFill>
                  <a:srgbClr val="16242B"/>
                </a:solidFill>
                <a:latin typeface="Arial"/>
                <a:ea typeface="Arial"/>
                <a:cs typeface="Arial"/>
              </a:defRPr>
            </a:lvl6pPr>
            <a:lvl7pPr algn="l">
              <a:buNone/>
              <a:defRPr sz="1950" b="0">
                <a:solidFill>
                  <a:srgbClr val="16242B"/>
                </a:solidFill>
                <a:latin typeface="Arial"/>
                <a:ea typeface="Arial"/>
                <a:cs typeface="Arial"/>
              </a:defRPr>
            </a:lvl7pPr>
            <a:lvl8pPr algn="l">
              <a:buNone/>
              <a:defRPr sz="1950" b="0">
                <a:solidFill>
                  <a:srgbClr val="16242B"/>
                </a:solidFill>
                <a:latin typeface="Arial"/>
                <a:ea typeface="Arial"/>
                <a:cs typeface="Arial"/>
              </a:defRPr>
            </a:lvl8pPr>
            <a:lvl9pPr algn="l">
              <a:buNone/>
              <a:defRPr sz="1950" b="0">
                <a:solidFill>
                  <a:srgbClr val="16242B"/>
                </a:solidFill>
                <a:latin typeface="Arial"/>
                <a:ea typeface="Arial"/>
                <a:cs typeface="Arial"/>
              </a:defRPr>
            </a:lvl9pPr>
          </a:lstStyle>
          <a:p xmlns:a="http://schemas.openxmlformats.org/drawingml/2006/main">
            <a:pPr algn="l">
              <a:buNone/>
              <a:defRPr sz="1950" b="0">
                <a:solidFill>
                  <a:srgbClr val="16242B"/>
                </a:solidFill>
                <a:latin typeface="Arial"/>
                <a:ea typeface="Arial"/>
                <a:cs typeface="Arial"/>
              </a:defRPr>
            </a:pPr>
            <a:r>
              <a:rPr sz="1950" b="0">
                <a:solidFill>
                  <a:srgbClr val="16242B"/>
                </a:solidFill>
                <a:latin typeface="Arial"/>
                <a:ea typeface="Arial"/>
                <a:cs typeface="Arial"/>
              </a:rPr>
              <a:t>Source + assets + timing</a:t>
            </a:r>
          </a:p>
        </p:txBody>
      </p:sp>
      <p:sp>
        <p:nvSpPr>
          <p:cNvPr id="11" name="tool-rule-1">
            <a:extLst xmlns:a="http://schemas.openxmlformats.org/drawingml/2006/main">
              <a:ext uri="{FF2B5EF4-FFF2-40B4-BE49-F238E27FC236}">
                <a16:creationId xmlns:a16="http://schemas.microsoft.com/office/drawing/2014/main" id="{255C0D3D-32CD-4AB5-A0F7-7931B7E9CEDD}"/>
              </a:ext>
            </a:extLst>
          </p:cNvPr>
          <p:cNvSpPr>
            <a:spLocks xmlns:a="http://schemas.openxmlformats.org/drawingml/2006/main" noGrp="1"/>
          </p:cNvSpPr>
          <p:nvPr/>
        </p:nvSpPr>
        <p:spPr>
          <a:xfrm xmlns:a="http://schemas.openxmlformats.org/drawingml/2006/main">
            <a:off x="666750" y="4191000"/>
            <a:ext cx="10610850" cy="0"/>
          </a:xfrm>
          <a:prstGeom xmlns:a="http://schemas.openxmlformats.org/drawingml/2006/main" prst="line">
            <a:avLst/>
          </a:prstGeom>
          <a:noFill xmlns:a="http://schemas.openxmlformats.org/drawingml/2006/main"/>
          <a:ln xmlns:a="http://schemas.openxmlformats.org/drawingml/2006/main" w="14288">
            <a:solidFill>
              <a:srgbClr val="A8BAC5"/>
            </a:solidFill>
            <a:prstDash val="solid"/>
          </a:ln>
        </p:spPr>
      </p:sp>
      <p:sp>
        <p:nvSpPr>
          <p:cNvPr id="12" name="route-2">
            <a:extLst xmlns:a="http://schemas.openxmlformats.org/drawingml/2006/main">
              <a:ext uri="{FF2B5EF4-FFF2-40B4-BE49-F238E27FC236}">
                <a16:creationId xmlns:a16="http://schemas.microsoft.com/office/drawing/2014/main" id="{D69AD74C-B72D-4D99-97B3-C2531BE9E2C5}"/>
              </a:ext>
            </a:extLst>
          </p:cNvPr>
          <p:cNvSpPr>
            <a:spLocks xmlns:a="http://schemas.openxmlformats.org/drawingml/2006/main" noGrp="1"/>
          </p:cNvSpPr>
          <p:nvPr/>
        </p:nvSpPr>
        <p:spPr>
          <a:xfrm xmlns:a="http://schemas.openxmlformats.org/drawingml/2006/main">
            <a:off x="666750" y="4419600"/>
            <a:ext cx="209550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lstStyle xmlns:a="http://schemas.openxmlformats.org/drawingml/2006/main">
            <a:defPPr algn="l">
              <a:defRPr sz="2175" b="1">
                <a:solidFill>
                  <a:srgbClr val="006F70"/>
                </a:solidFill>
                <a:latin typeface="Arial"/>
                <a:ea typeface="Arial"/>
                <a:cs typeface="Arial"/>
              </a:defRPr>
            </a:defPPr>
            <a:lvl1pPr algn="l">
              <a:buNone/>
              <a:defRPr sz="2175" b="1">
                <a:solidFill>
                  <a:srgbClr val="006F70"/>
                </a:solidFill>
                <a:latin typeface="Arial"/>
                <a:ea typeface="Arial"/>
                <a:cs typeface="Arial"/>
              </a:defRPr>
            </a:lvl1pPr>
            <a:lvl2pPr algn="l">
              <a:buNone/>
              <a:defRPr sz="2175" b="1">
                <a:solidFill>
                  <a:srgbClr val="006F70"/>
                </a:solidFill>
                <a:latin typeface="Arial"/>
                <a:ea typeface="Arial"/>
                <a:cs typeface="Arial"/>
              </a:defRPr>
            </a:lvl2pPr>
            <a:lvl3pPr algn="l">
              <a:buNone/>
              <a:defRPr sz="2175" b="1">
                <a:solidFill>
                  <a:srgbClr val="006F70"/>
                </a:solidFill>
                <a:latin typeface="Arial"/>
                <a:ea typeface="Arial"/>
                <a:cs typeface="Arial"/>
              </a:defRPr>
            </a:lvl3pPr>
            <a:lvl4pPr algn="l">
              <a:buNone/>
              <a:defRPr sz="2175" b="1">
                <a:solidFill>
                  <a:srgbClr val="006F70"/>
                </a:solidFill>
                <a:latin typeface="Arial"/>
                <a:ea typeface="Arial"/>
                <a:cs typeface="Arial"/>
              </a:defRPr>
            </a:lvl4pPr>
            <a:lvl5pPr algn="l">
              <a:buNone/>
              <a:defRPr sz="2175" b="1">
                <a:solidFill>
                  <a:srgbClr val="006F70"/>
                </a:solidFill>
                <a:latin typeface="Arial"/>
                <a:ea typeface="Arial"/>
                <a:cs typeface="Arial"/>
              </a:defRPr>
            </a:lvl5pPr>
            <a:lvl6pPr algn="l">
              <a:buNone/>
              <a:defRPr sz="2175" b="1">
                <a:solidFill>
                  <a:srgbClr val="006F70"/>
                </a:solidFill>
                <a:latin typeface="Arial"/>
                <a:ea typeface="Arial"/>
                <a:cs typeface="Arial"/>
              </a:defRPr>
            </a:lvl6pPr>
            <a:lvl7pPr algn="l">
              <a:buNone/>
              <a:defRPr sz="2175" b="1">
                <a:solidFill>
                  <a:srgbClr val="006F70"/>
                </a:solidFill>
                <a:latin typeface="Arial"/>
                <a:ea typeface="Arial"/>
                <a:cs typeface="Arial"/>
              </a:defRPr>
            </a:lvl7pPr>
            <a:lvl8pPr algn="l">
              <a:buNone/>
              <a:defRPr sz="2175" b="1">
                <a:solidFill>
                  <a:srgbClr val="006F70"/>
                </a:solidFill>
                <a:latin typeface="Arial"/>
                <a:ea typeface="Arial"/>
                <a:cs typeface="Arial"/>
              </a:defRPr>
            </a:lvl8pPr>
            <a:lvl9pPr algn="l">
              <a:buNone/>
              <a:defRPr sz="2175" b="1">
                <a:solidFill>
                  <a:srgbClr val="006F70"/>
                </a:solidFill>
                <a:latin typeface="Arial"/>
                <a:ea typeface="Arial"/>
                <a:cs typeface="Arial"/>
              </a:defRPr>
            </a:lvl9pPr>
          </a:lstStyle>
          <a:p xmlns:a="http://schemas.openxmlformats.org/drawingml/2006/main">
            <a:pPr algn="l">
              <a:buNone/>
              <a:defRPr sz="2175" b="1">
                <a:solidFill>
                  <a:srgbClr val="006F70"/>
                </a:solidFill>
                <a:latin typeface="Arial"/>
                <a:ea typeface="Arial"/>
                <a:cs typeface="Arial"/>
              </a:defRPr>
            </a:pPr>
            <a:r>
              <a:rPr sz="2175" b="1">
                <a:solidFill>
                  <a:srgbClr val="006F70"/>
                </a:solidFill>
                <a:latin typeface="Arial"/>
                <a:ea typeface="Arial"/>
                <a:cs typeface="Arial"/>
              </a:rPr>
              <a:t>3D / technical</a:t>
            </a:r>
          </a:p>
        </p:txBody>
      </p:sp>
      <p:sp>
        <p:nvSpPr>
          <p:cNvPr id="13" name="need-2">
            <a:extLst xmlns:a="http://schemas.openxmlformats.org/drawingml/2006/main">
              <a:ext uri="{FF2B5EF4-FFF2-40B4-BE49-F238E27FC236}">
                <a16:creationId xmlns:a16="http://schemas.microsoft.com/office/drawing/2014/main" id="{F9628AD6-1E1D-4DBA-A494-62EA9DDC3C80}"/>
              </a:ext>
            </a:extLst>
          </p:cNvPr>
          <p:cNvSpPr>
            <a:spLocks xmlns:a="http://schemas.openxmlformats.org/drawingml/2006/main" noGrp="1"/>
          </p:cNvSpPr>
          <p:nvPr/>
        </p:nvSpPr>
        <p:spPr>
          <a:xfrm xmlns:a="http://schemas.openxmlformats.org/drawingml/2006/main">
            <a:off x="3000375" y="4419600"/>
            <a:ext cx="4610100" cy="609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lstStyle xmlns:a="http://schemas.openxmlformats.org/drawingml/2006/main">
            <a:defPPr algn="l">
              <a:defRPr sz="1950" b="0">
                <a:solidFill>
                  <a:srgbClr val="16242B"/>
                </a:solidFill>
                <a:latin typeface="Arial"/>
                <a:ea typeface="Arial"/>
                <a:cs typeface="Arial"/>
              </a:defRPr>
            </a:defPPr>
            <a:lvl1pPr algn="l">
              <a:buNone/>
              <a:defRPr sz="1950" b="0">
                <a:solidFill>
                  <a:srgbClr val="16242B"/>
                </a:solidFill>
                <a:latin typeface="Arial"/>
                <a:ea typeface="Arial"/>
                <a:cs typeface="Arial"/>
              </a:defRPr>
            </a:lvl1pPr>
            <a:lvl2pPr algn="l">
              <a:buNone/>
              <a:defRPr sz="1950" b="0">
                <a:solidFill>
                  <a:srgbClr val="16242B"/>
                </a:solidFill>
                <a:latin typeface="Arial"/>
                <a:ea typeface="Arial"/>
                <a:cs typeface="Arial"/>
              </a:defRPr>
            </a:lvl2pPr>
            <a:lvl3pPr algn="l">
              <a:buNone/>
              <a:defRPr sz="1950" b="0">
                <a:solidFill>
                  <a:srgbClr val="16242B"/>
                </a:solidFill>
                <a:latin typeface="Arial"/>
                <a:ea typeface="Arial"/>
                <a:cs typeface="Arial"/>
              </a:defRPr>
            </a:lvl3pPr>
            <a:lvl4pPr algn="l">
              <a:buNone/>
              <a:defRPr sz="1950" b="0">
                <a:solidFill>
                  <a:srgbClr val="16242B"/>
                </a:solidFill>
                <a:latin typeface="Arial"/>
                <a:ea typeface="Arial"/>
                <a:cs typeface="Arial"/>
              </a:defRPr>
            </a:lvl4pPr>
            <a:lvl5pPr algn="l">
              <a:buNone/>
              <a:defRPr sz="1950" b="0">
                <a:solidFill>
                  <a:srgbClr val="16242B"/>
                </a:solidFill>
                <a:latin typeface="Arial"/>
                <a:ea typeface="Arial"/>
                <a:cs typeface="Arial"/>
              </a:defRPr>
            </a:lvl5pPr>
            <a:lvl6pPr algn="l">
              <a:buNone/>
              <a:defRPr sz="1950" b="0">
                <a:solidFill>
                  <a:srgbClr val="16242B"/>
                </a:solidFill>
                <a:latin typeface="Arial"/>
                <a:ea typeface="Arial"/>
                <a:cs typeface="Arial"/>
              </a:defRPr>
            </a:lvl6pPr>
            <a:lvl7pPr algn="l">
              <a:buNone/>
              <a:defRPr sz="1950" b="0">
                <a:solidFill>
                  <a:srgbClr val="16242B"/>
                </a:solidFill>
                <a:latin typeface="Arial"/>
                <a:ea typeface="Arial"/>
                <a:cs typeface="Arial"/>
              </a:defRPr>
            </a:lvl7pPr>
            <a:lvl8pPr algn="l">
              <a:buNone/>
              <a:defRPr sz="1950" b="0">
                <a:solidFill>
                  <a:srgbClr val="16242B"/>
                </a:solidFill>
                <a:latin typeface="Arial"/>
                <a:ea typeface="Arial"/>
                <a:cs typeface="Arial"/>
              </a:defRPr>
            </a:lvl8pPr>
            <a:lvl9pPr algn="l">
              <a:buNone/>
              <a:defRPr sz="1950" b="0">
                <a:solidFill>
                  <a:srgbClr val="16242B"/>
                </a:solidFill>
                <a:latin typeface="Arial"/>
                <a:ea typeface="Arial"/>
                <a:cs typeface="Arial"/>
              </a:defRPr>
            </a:lvl9pPr>
          </a:lstStyle>
          <a:p xmlns:a="http://schemas.openxmlformats.org/drawingml/2006/main">
            <a:pPr algn="l">
              <a:buNone/>
              <a:defRPr sz="1950" b="0">
                <a:solidFill>
                  <a:srgbClr val="16242B"/>
                </a:solidFill>
                <a:latin typeface="Arial"/>
                <a:ea typeface="Arial"/>
                <a:cs typeface="Arial"/>
              </a:defRPr>
            </a:pPr>
            <a:r>
              <a:rPr sz="1950" b="0">
                <a:solidFill>
                  <a:srgbClr val="16242B"/>
                </a:solidFill>
                <a:latin typeface="Arial"/>
                <a:ea typeface="Arial"/>
                <a:cs typeface="Arial"/>
              </a:rPr>
              <a:t>Geometry, camera, lighting and simulation</a:t>
            </a:r>
          </a:p>
        </p:txBody>
      </p:sp>
      <p:sp>
        <p:nvSpPr>
          <p:cNvPr id="14" name="handoff-2">
            <a:extLst xmlns:a="http://schemas.openxmlformats.org/drawingml/2006/main">
              <a:ext uri="{FF2B5EF4-FFF2-40B4-BE49-F238E27FC236}">
                <a16:creationId xmlns:a16="http://schemas.microsoft.com/office/drawing/2014/main" id="{914643D0-1704-40BD-9D0C-AD254C456A98}"/>
              </a:ext>
            </a:extLst>
          </p:cNvPr>
          <p:cNvSpPr>
            <a:spLocks xmlns:a="http://schemas.openxmlformats.org/drawingml/2006/main" noGrp="1"/>
          </p:cNvSpPr>
          <p:nvPr/>
        </p:nvSpPr>
        <p:spPr>
          <a:xfrm xmlns:a="http://schemas.openxmlformats.org/drawingml/2006/main">
            <a:off x="7953375" y="4419600"/>
            <a:ext cx="3333750" cy="609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lstStyle xmlns:a="http://schemas.openxmlformats.org/drawingml/2006/main">
            <a:defPPr algn="l">
              <a:defRPr sz="1950" b="0">
                <a:solidFill>
                  <a:srgbClr val="16242B"/>
                </a:solidFill>
                <a:latin typeface="Arial"/>
                <a:ea typeface="Arial"/>
                <a:cs typeface="Arial"/>
              </a:defRPr>
            </a:defPPr>
            <a:lvl1pPr algn="l">
              <a:buNone/>
              <a:defRPr sz="1950" b="0">
                <a:solidFill>
                  <a:srgbClr val="16242B"/>
                </a:solidFill>
                <a:latin typeface="Arial"/>
                <a:ea typeface="Arial"/>
                <a:cs typeface="Arial"/>
              </a:defRPr>
            </a:lvl1pPr>
            <a:lvl2pPr algn="l">
              <a:buNone/>
              <a:defRPr sz="1950" b="0">
                <a:solidFill>
                  <a:srgbClr val="16242B"/>
                </a:solidFill>
                <a:latin typeface="Arial"/>
                <a:ea typeface="Arial"/>
                <a:cs typeface="Arial"/>
              </a:defRPr>
            </a:lvl2pPr>
            <a:lvl3pPr algn="l">
              <a:buNone/>
              <a:defRPr sz="1950" b="0">
                <a:solidFill>
                  <a:srgbClr val="16242B"/>
                </a:solidFill>
                <a:latin typeface="Arial"/>
                <a:ea typeface="Arial"/>
                <a:cs typeface="Arial"/>
              </a:defRPr>
            </a:lvl3pPr>
            <a:lvl4pPr algn="l">
              <a:buNone/>
              <a:defRPr sz="1950" b="0">
                <a:solidFill>
                  <a:srgbClr val="16242B"/>
                </a:solidFill>
                <a:latin typeface="Arial"/>
                <a:ea typeface="Arial"/>
                <a:cs typeface="Arial"/>
              </a:defRPr>
            </a:lvl4pPr>
            <a:lvl5pPr algn="l">
              <a:buNone/>
              <a:defRPr sz="1950" b="0">
                <a:solidFill>
                  <a:srgbClr val="16242B"/>
                </a:solidFill>
                <a:latin typeface="Arial"/>
                <a:ea typeface="Arial"/>
                <a:cs typeface="Arial"/>
              </a:defRPr>
            </a:lvl5pPr>
            <a:lvl6pPr algn="l">
              <a:buNone/>
              <a:defRPr sz="1950" b="0">
                <a:solidFill>
                  <a:srgbClr val="16242B"/>
                </a:solidFill>
                <a:latin typeface="Arial"/>
                <a:ea typeface="Arial"/>
                <a:cs typeface="Arial"/>
              </a:defRPr>
            </a:lvl6pPr>
            <a:lvl7pPr algn="l">
              <a:buNone/>
              <a:defRPr sz="1950" b="0">
                <a:solidFill>
                  <a:srgbClr val="16242B"/>
                </a:solidFill>
                <a:latin typeface="Arial"/>
                <a:ea typeface="Arial"/>
                <a:cs typeface="Arial"/>
              </a:defRPr>
            </a:lvl7pPr>
            <a:lvl8pPr algn="l">
              <a:buNone/>
              <a:defRPr sz="1950" b="0">
                <a:solidFill>
                  <a:srgbClr val="16242B"/>
                </a:solidFill>
                <a:latin typeface="Arial"/>
                <a:ea typeface="Arial"/>
                <a:cs typeface="Arial"/>
              </a:defRPr>
            </a:lvl8pPr>
            <a:lvl9pPr algn="l">
              <a:buNone/>
              <a:defRPr sz="1950" b="0">
                <a:solidFill>
                  <a:srgbClr val="16242B"/>
                </a:solidFill>
                <a:latin typeface="Arial"/>
                <a:ea typeface="Arial"/>
                <a:cs typeface="Arial"/>
              </a:defRPr>
            </a:lvl9pPr>
          </a:lstStyle>
          <a:p xmlns:a="http://schemas.openxmlformats.org/drawingml/2006/main">
            <a:pPr algn="l">
              <a:buNone/>
              <a:defRPr sz="1950" b="0">
                <a:solidFill>
                  <a:srgbClr val="16242B"/>
                </a:solidFill>
                <a:latin typeface="Arial"/>
                <a:ea typeface="Arial"/>
                <a:cs typeface="Arial"/>
              </a:defRPr>
            </a:pPr>
            <a:r>
              <a:rPr sz="1950" b="0">
                <a:solidFill>
                  <a:srgbClr val="16242B"/>
                </a:solidFill>
                <a:latin typeface="Arial"/>
                <a:ea typeface="Arial"/>
                <a:cs typeface="Arial"/>
              </a:rPr>
              <a:t>Scene + caches + dependencies</a:t>
            </a:r>
          </a:p>
        </p:txBody>
      </p:sp>
      <p:sp>
        <p:nvSpPr>
          <p:cNvPr id="15" name="tool-rule-2">
            <a:extLst xmlns:a="http://schemas.openxmlformats.org/drawingml/2006/main">
              <a:ext uri="{FF2B5EF4-FFF2-40B4-BE49-F238E27FC236}">
                <a16:creationId xmlns:a16="http://schemas.microsoft.com/office/drawing/2014/main" id="{C9DAEB26-0634-46D2-9D37-57C53CC68211}"/>
              </a:ext>
            </a:extLst>
          </p:cNvPr>
          <p:cNvSpPr>
            <a:spLocks xmlns:a="http://schemas.openxmlformats.org/drawingml/2006/main" noGrp="1"/>
          </p:cNvSpPr>
          <p:nvPr/>
        </p:nvSpPr>
        <p:spPr>
          <a:xfrm xmlns:a="http://schemas.openxmlformats.org/drawingml/2006/main">
            <a:off x="666750" y="5257800"/>
            <a:ext cx="10610850" cy="0"/>
          </a:xfrm>
          <a:prstGeom xmlns:a="http://schemas.openxmlformats.org/drawingml/2006/main" prst="line">
            <a:avLst/>
          </a:prstGeom>
          <a:noFill xmlns:a="http://schemas.openxmlformats.org/drawingml/2006/main"/>
          <a:ln xmlns:a="http://schemas.openxmlformats.org/drawingml/2006/main" w="14288">
            <a:solidFill>
              <a:srgbClr val="A8BAC5"/>
            </a:solidFill>
            <a:prstDash val="solid"/>
          </a:ln>
        </p:spPr>
      </p:sp>
      <p:sp>
        <p:nvSpPr>
          <p:cNvPr id="16" name="tool-bottom">
            <a:extLst xmlns:a="http://schemas.openxmlformats.org/drawingml/2006/main">
              <a:ext uri="{FF2B5EF4-FFF2-40B4-BE49-F238E27FC236}">
                <a16:creationId xmlns:a16="http://schemas.microsoft.com/office/drawing/2014/main" id="{E9892E96-9C1E-4ABC-BC95-CF55FC1DC0A3}"/>
              </a:ext>
            </a:extLst>
          </p:cNvPr>
          <p:cNvSpPr>
            <a:spLocks xmlns:a="http://schemas.openxmlformats.org/drawingml/2006/main" noGrp="1"/>
          </p:cNvSpPr>
          <p:nvPr/>
        </p:nvSpPr>
        <p:spPr>
          <a:xfrm xmlns:a="http://schemas.openxmlformats.org/drawingml/2006/main">
            <a:off x="666750" y="5724525"/>
            <a:ext cx="1066800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lstStyle xmlns:a="http://schemas.openxmlformats.org/drawingml/2006/main">
            <a:defPPr algn="l">
              <a:defRPr sz="2025" b="1">
                <a:solidFill>
                  <a:srgbClr val="16242B"/>
                </a:solidFill>
                <a:latin typeface="Arial"/>
                <a:ea typeface="Arial"/>
                <a:cs typeface="Arial"/>
              </a:defRPr>
            </a:defPPr>
            <a:lvl1pPr algn="l">
              <a:buNone/>
              <a:defRPr sz="2025" b="1">
                <a:solidFill>
                  <a:srgbClr val="16242B"/>
                </a:solidFill>
                <a:latin typeface="Arial"/>
                <a:ea typeface="Arial"/>
                <a:cs typeface="Arial"/>
              </a:defRPr>
            </a:lvl1pPr>
            <a:lvl2pPr algn="l">
              <a:buNone/>
              <a:defRPr sz="2025" b="1">
                <a:solidFill>
                  <a:srgbClr val="16242B"/>
                </a:solidFill>
                <a:latin typeface="Arial"/>
                <a:ea typeface="Arial"/>
                <a:cs typeface="Arial"/>
              </a:defRPr>
            </a:lvl2pPr>
            <a:lvl3pPr algn="l">
              <a:buNone/>
              <a:defRPr sz="2025" b="1">
                <a:solidFill>
                  <a:srgbClr val="16242B"/>
                </a:solidFill>
                <a:latin typeface="Arial"/>
                <a:ea typeface="Arial"/>
                <a:cs typeface="Arial"/>
              </a:defRPr>
            </a:lvl3pPr>
            <a:lvl4pPr algn="l">
              <a:buNone/>
              <a:defRPr sz="2025" b="1">
                <a:solidFill>
                  <a:srgbClr val="16242B"/>
                </a:solidFill>
                <a:latin typeface="Arial"/>
                <a:ea typeface="Arial"/>
                <a:cs typeface="Arial"/>
              </a:defRPr>
            </a:lvl4pPr>
            <a:lvl5pPr algn="l">
              <a:buNone/>
              <a:defRPr sz="2025" b="1">
                <a:solidFill>
                  <a:srgbClr val="16242B"/>
                </a:solidFill>
                <a:latin typeface="Arial"/>
                <a:ea typeface="Arial"/>
                <a:cs typeface="Arial"/>
              </a:defRPr>
            </a:lvl5pPr>
            <a:lvl6pPr algn="l">
              <a:buNone/>
              <a:defRPr sz="2025" b="1">
                <a:solidFill>
                  <a:srgbClr val="16242B"/>
                </a:solidFill>
                <a:latin typeface="Arial"/>
                <a:ea typeface="Arial"/>
                <a:cs typeface="Arial"/>
              </a:defRPr>
            </a:lvl6pPr>
            <a:lvl7pPr algn="l">
              <a:buNone/>
              <a:defRPr sz="2025" b="1">
                <a:solidFill>
                  <a:srgbClr val="16242B"/>
                </a:solidFill>
                <a:latin typeface="Arial"/>
                <a:ea typeface="Arial"/>
                <a:cs typeface="Arial"/>
              </a:defRPr>
            </a:lvl7pPr>
            <a:lvl8pPr algn="l">
              <a:buNone/>
              <a:defRPr sz="2025" b="1">
                <a:solidFill>
                  <a:srgbClr val="16242B"/>
                </a:solidFill>
                <a:latin typeface="Arial"/>
                <a:ea typeface="Arial"/>
                <a:cs typeface="Arial"/>
              </a:defRPr>
            </a:lvl8pPr>
            <a:lvl9pPr algn="l">
              <a:buNone/>
              <a:defRPr sz="2025" b="1">
                <a:solidFill>
                  <a:srgbClr val="16242B"/>
                </a:solidFill>
                <a:latin typeface="Arial"/>
                <a:ea typeface="Arial"/>
                <a:cs typeface="Arial"/>
              </a:defRPr>
            </a:lvl9pPr>
          </a:lstStyle>
          <a:p xmlns:a="http://schemas.openxmlformats.org/drawingml/2006/main">
            <a:pPr algn="l">
              <a:buNone/>
              <a:defRPr sz="2025" b="1">
                <a:solidFill>
                  <a:srgbClr val="16242B"/>
                </a:solidFill>
                <a:latin typeface="Arial"/>
                <a:ea typeface="Arial"/>
                <a:cs typeface="Arial"/>
              </a:defRPr>
            </a:pPr>
            <a:r>
              <a:rPr sz="2025" b="1">
                <a:solidFill>
                  <a:srgbClr val="16242B"/>
                </a:solidFill>
                <a:latin typeface="Arial"/>
                <a:ea typeface="Arial"/>
                <a:cs typeface="Arial"/>
              </a:rPr>
              <a:t>Open the actual receiver to verify the properties that must survive.</a:t>
            </a:r>
          </a:p>
        </p:txBody>
      </p:sp>
    </p:spTree>
    <p:extLst>
      <p:ext uri="{BB962C8B-B14F-4D97-AF65-F5344CB8AC3E}">
        <p14:creationId xmlns:p14="http://schemas.microsoft.com/office/powerpoint/2010/main" val="856010878"/>
      </p:ext>
    </p:extLst>
  </p:cSld>
</p:sld>
</file>

<file path=ppt/slides/slide10.xml><?xml version="1.0" encoding="utf-8"?>
<p:sld xmlns:p="http://schemas.openxmlformats.org/presentationml/2006/main">
  <p:cSld>
    <p:bg>
      <p:bgPr>
        <a:solidFill xmlns:a="http://schemas.openxmlformats.org/drawingml/2006/main">
          <a:srgbClr val="F4F7FA"/>
        </a:solidFill>
      </p:bgPr>
    </p:bg>
    <p:spTree>
      <p:nvGrpSpPr>
        <p:cNvPr id="1" name=""/>
        <p:cNvGrpSpPr/>
        <p:nvPr/>
      </p:nvGrpSpPr>
      <p:grpSpPr>
        <a:xfrm xmlns:a="http://schemas.openxmlformats.org/drawingml/2006/main"/>
      </p:grpSpPr>
      <p:sp>
        <p:nvSpPr>
          <p:cNvPr id="13" name="title">
            <a:extLst xmlns:a="http://schemas.openxmlformats.org/drawingml/2006/main">
              <a:ext uri="{FF2B5EF4-FFF2-40B4-BE49-F238E27FC236}">
                <a16:creationId xmlns:a16="http://schemas.microsoft.com/office/drawing/2014/main" id="{EFA04E53-3CFB-449F-B18F-D4ED2D2ACDC9}"/>
              </a:ext>
            </a:extLst>
          </p:cNvPr>
          <p:cNvSpPr>
            <a:spLocks xmlns:a="http://schemas.openxmlformats.org/drawingml/2006/main" noGrp="1"/>
          </p:cNvSpPr>
          <p:nvPr/>
        </p:nvSpPr>
        <p:spPr>
          <a:xfrm xmlns:a="http://schemas.openxmlformats.org/drawingml/2006/main">
            <a:off x="628650" y="447675"/>
            <a:ext cx="109347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l">
              <a:defRPr sz="3450" b="1">
                <a:solidFill>
                  <a:srgbClr val="16242B"/>
                </a:solidFill>
                <a:latin typeface="Arial"/>
                <a:ea typeface="Arial"/>
                <a:cs typeface="Arial"/>
              </a:defRPr>
            </a:defPPr>
            <a:lvl1pPr algn="l">
              <a:defRPr sz="3450" b="1">
                <a:solidFill>
                  <a:srgbClr val="16242B"/>
                </a:solidFill>
                <a:latin typeface="Arial"/>
                <a:ea typeface="Arial"/>
                <a:cs typeface="Arial"/>
              </a:defRPr>
            </a:lvl1pPr>
            <a:lvl2pPr algn="l">
              <a:defRPr sz="3450" b="1">
                <a:solidFill>
                  <a:srgbClr val="16242B"/>
                </a:solidFill>
                <a:latin typeface="Arial"/>
                <a:ea typeface="Arial"/>
                <a:cs typeface="Arial"/>
              </a:defRPr>
            </a:lvl2pPr>
            <a:lvl3pPr algn="l">
              <a:defRPr sz="3450" b="1">
                <a:solidFill>
                  <a:srgbClr val="16242B"/>
                </a:solidFill>
                <a:latin typeface="Arial"/>
                <a:ea typeface="Arial"/>
                <a:cs typeface="Arial"/>
              </a:defRPr>
            </a:lvl3pPr>
            <a:lvl4pPr algn="l">
              <a:defRPr sz="3450" b="1">
                <a:solidFill>
                  <a:srgbClr val="16242B"/>
                </a:solidFill>
                <a:latin typeface="Arial"/>
                <a:ea typeface="Arial"/>
                <a:cs typeface="Arial"/>
              </a:defRPr>
            </a:lvl4pPr>
            <a:lvl5pPr algn="l">
              <a:defRPr sz="3450" b="1">
                <a:solidFill>
                  <a:srgbClr val="16242B"/>
                </a:solidFill>
                <a:latin typeface="Arial"/>
                <a:ea typeface="Arial"/>
                <a:cs typeface="Arial"/>
              </a:defRPr>
            </a:lvl5pPr>
            <a:lvl6pPr algn="l">
              <a:defRPr sz="3450" b="1">
                <a:solidFill>
                  <a:srgbClr val="16242B"/>
                </a:solidFill>
                <a:latin typeface="Arial"/>
                <a:ea typeface="Arial"/>
                <a:cs typeface="Arial"/>
              </a:defRPr>
            </a:lvl6pPr>
            <a:lvl7pPr algn="l">
              <a:defRPr sz="3450" b="1">
                <a:solidFill>
                  <a:srgbClr val="16242B"/>
                </a:solidFill>
                <a:latin typeface="Arial"/>
                <a:ea typeface="Arial"/>
                <a:cs typeface="Arial"/>
              </a:defRPr>
            </a:lvl7pPr>
            <a:lvl8pPr algn="l">
              <a:defRPr sz="3450" b="1">
                <a:solidFill>
                  <a:srgbClr val="16242B"/>
                </a:solidFill>
                <a:latin typeface="Arial"/>
                <a:ea typeface="Arial"/>
                <a:cs typeface="Arial"/>
              </a:defRPr>
            </a:lvl8pPr>
            <a:lvl9pPr algn="l">
              <a:defRPr sz="3450" b="1">
                <a:solidFill>
                  <a:srgbClr val="16242B"/>
                </a:solidFill>
                <a:latin typeface="Arial"/>
                <a:ea typeface="Arial"/>
                <a:cs typeface="Arial"/>
              </a:defRPr>
            </a:lvl9pPr>
          </a:lstStyle>
          <a:p xmlns:a="http://schemas.openxmlformats.org/drawingml/2006/main">
            <a:pPr algn="l">
              <a:defRPr sz="3450" b="1">
                <a:solidFill>
                  <a:srgbClr val="16242B"/>
                </a:solidFill>
                <a:latin typeface="Arial"/>
                <a:ea typeface="Arial"/>
                <a:cs typeface="Arial"/>
              </a:defRPr>
            </a:pPr>
            <a:r>
              <a:rPr sz="3450" b="1">
                <a:solidFill>
                  <a:srgbClr val="16242B"/>
                </a:solidFill>
                <a:latin typeface="Arial"/>
                <a:ea typeface="Arial"/>
                <a:cs typeface="Arial"/>
              </a:rPr>
              <a:t>Research transfers and limits</a:t>
            </a:r>
          </a:p>
        </p:txBody>
      </p:sp>
      <p:sp>
        <p:nvSpPr>
          <p:cNvPr id="2" name="page">
            <a:extLst xmlns:a="http://schemas.openxmlformats.org/drawingml/2006/main">
              <a:ext uri="{FF2B5EF4-FFF2-40B4-BE49-F238E27FC236}">
                <a16:creationId xmlns:a16="http://schemas.microsoft.com/office/drawing/2014/main" id="{82B2D001-F731-45AD-A220-9C3213578FEB}"/>
              </a:ext>
            </a:extLst>
          </p:cNvPr>
          <p:cNvSpPr>
            <a:spLocks xmlns:a="http://schemas.openxmlformats.org/drawingml/2006/main" noGrp="1"/>
          </p:cNvSpPr>
          <p:nvPr/>
        </p:nvSpPr>
        <p:spPr>
          <a:xfrm xmlns:a="http://schemas.openxmlformats.org/drawingml/2006/main">
            <a:off x="11049000" y="6162675"/>
            <a:ext cx="5143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l">
              <a:defRPr sz="1275" b="0">
                <a:solidFill>
                  <a:srgbClr val="526773"/>
                </a:solidFill>
                <a:latin typeface="Arial"/>
                <a:ea typeface="Arial"/>
                <a:cs typeface="Arial"/>
              </a:defRPr>
            </a:defPPr>
            <a:lvl1pPr algn="l">
              <a:defRPr sz="1275" b="0">
                <a:solidFill>
                  <a:srgbClr val="526773"/>
                </a:solidFill>
                <a:latin typeface="Arial"/>
                <a:ea typeface="Arial"/>
                <a:cs typeface="Arial"/>
              </a:defRPr>
            </a:lvl1pPr>
            <a:lvl2pPr algn="l">
              <a:defRPr sz="1275" b="0">
                <a:solidFill>
                  <a:srgbClr val="526773"/>
                </a:solidFill>
                <a:latin typeface="Arial"/>
                <a:ea typeface="Arial"/>
                <a:cs typeface="Arial"/>
              </a:defRPr>
            </a:lvl2pPr>
            <a:lvl3pPr algn="l">
              <a:defRPr sz="1275" b="0">
                <a:solidFill>
                  <a:srgbClr val="526773"/>
                </a:solidFill>
                <a:latin typeface="Arial"/>
                <a:ea typeface="Arial"/>
                <a:cs typeface="Arial"/>
              </a:defRPr>
            </a:lvl3pPr>
            <a:lvl4pPr algn="l">
              <a:defRPr sz="1275" b="0">
                <a:solidFill>
                  <a:srgbClr val="526773"/>
                </a:solidFill>
                <a:latin typeface="Arial"/>
                <a:ea typeface="Arial"/>
                <a:cs typeface="Arial"/>
              </a:defRPr>
            </a:lvl4pPr>
            <a:lvl5pPr algn="l">
              <a:defRPr sz="1275" b="0">
                <a:solidFill>
                  <a:srgbClr val="526773"/>
                </a:solidFill>
                <a:latin typeface="Arial"/>
                <a:ea typeface="Arial"/>
                <a:cs typeface="Arial"/>
              </a:defRPr>
            </a:lvl5pPr>
            <a:lvl6pPr algn="l">
              <a:defRPr sz="1275" b="0">
                <a:solidFill>
                  <a:srgbClr val="526773"/>
                </a:solidFill>
                <a:latin typeface="Arial"/>
                <a:ea typeface="Arial"/>
                <a:cs typeface="Arial"/>
              </a:defRPr>
            </a:lvl6pPr>
            <a:lvl7pPr algn="l">
              <a:defRPr sz="1275" b="0">
                <a:solidFill>
                  <a:srgbClr val="526773"/>
                </a:solidFill>
                <a:latin typeface="Arial"/>
                <a:ea typeface="Arial"/>
                <a:cs typeface="Arial"/>
              </a:defRPr>
            </a:lvl7pPr>
            <a:lvl8pPr algn="l">
              <a:defRPr sz="1275" b="0">
                <a:solidFill>
                  <a:srgbClr val="526773"/>
                </a:solidFill>
                <a:latin typeface="Arial"/>
                <a:ea typeface="Arial"/>
                <a:cs typeface="Arial"/>
              </a:defRPr>
            </a:lvl8pPr>
            <a:lvl9pPr algn="l">
              <a:defRPr sz="1275" b="0">
                <a:solidFill>
                  <a:srgbClr val="526773"/>
                </a:solidFill>
                <a:latin typeface="Arial"/>
                <a:ea typeface="Arial"/>
                <a:cs typeface="Arial"/>
              </a:defRPr>
            </a:lvl9pPr>
          </a:lstStyle>
          <a:p xmlns:a="http://schemas.openxmlformats.org/drawingml/2006/main">
            <a:pPr algn="l">
              <a:defRPr sz="1275" b="0">
                <a:solidFill>
                  <a:srgbClr val="526773"/>
                </a:solidFill>
                <a:latin typeface="Arial"/>
                <a:ea typeface="Arial"/>
                <a:cs typeface="Arial"/>
              </a:defRPr>
            </a:pPr>
            <a:r>
              <a:rPr sz="1275" b="0">
                <a:solidFill>
                  <a:srgbClr val="526773"/>
                </a:solidFill>
                <a:latin typeface="Arial"/>
                <a:ea typeface="Arial"/>
                <a:cs typeface="Arial"/>
              </a:rPr>
              <a:t>10</a:t>
            </a:r>
          </a:p>
        </p:txBody>
      </p:sp>
      <p:sp>
        <p:nvSpPr>
          <p:cNvPr id="3" name="research-intro">
            <a:extLst xmlns:a="http://schemas.openxmlformats.org/drawingml/2006/main">
              <a:ext uri="{FF2B5EF4-FFF2-40B4-BE49-F238E27FC236}">
                <a16:creationId xmlns:a16="http://schemas.microsoft.com/office/drawing/2014/main" id="{7EB28F12-7158-4693-88CB-5B673C4A00DE}"/>
              </a:ext>
            </a:extLst>
          </p:cNvPr>
          <p:cNvSpPr>
            <a:spLocks xmlns:a="http://schemas.openxmlformats.org/drawingml/2006/main" noGrp="1"/>
          </p:cNvSpPr>
          <p:nvPr/>
        </p:nvSpPr>
        <p:spPr>
          <a:xfrm xmlns:a="http://schemas.openxmlformats.org/drawingml/2006/main">
            <a:off x="666750" y="1219200"/>
            <a:ext cx="10572750" cy="600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l">
              <a:defRPr sz="2400" b="1">
                <a:solidFill>
                  <a:srgbClr val="006F70"/>
                </a:solidFill>
                <a:latin typeface="Arial"/>
                <a:ea typeface="Arial"/>
                <a:cs typeface="Arial"/>
              </a:defRPr>
            </a:defPPr>
            <a:lvl1pPr algn="l">
              <a:defRPr sz="2400" b="1">
                <a:solidFill>
                  <a:srgbClr val="006F70"/>
                </a:solidFill>
                <a:latin typeface="Arial"/>
                <a:ea typeface="Arial"/>
                <a:cs typeface="Arial"/>
              </a:defRPr>
            </a:lvl1pPr>
            <a:lvl2pPr algn="l">
              <a:defRPr sz="2400" b="1">
                <a:solidFill>
                  <a:srgbClr val="006F70"/>
                </a:solidFill>
                <a:latin typeface="Arial"/>
                <a:ea typeface="Arial"/>
                <a:cs typeface="Arial"/>
              </a:defRPr>
            </a:lvl2pPr>
            <a:lvl3pPr algn="l">
              <a:defRPr sz="2400" b="1">
                <a:solidFill>
                  <a:srgbClr val="006F70"/>
                </a:solidFill>
                <a:latin typeface="Arial"/>
                <a:ea typeface="Arial"/>
                <a:cs typeface="Arial"/>
              </a:defRPr>
            </a:lvl3pPr>
            <a:lvl4pPr algn="l">
              <a:defRPr sz="2400" b="1">
                <a:solidFill>
                  <a:srgbClr val="006F70"/>
                </a:solidFill>
                <a:latin typeface="Arial"/>
                <a:ea typeface="Arial"/>
                <a:cs typeface="Arial"/>
              </a:defRPr>
            </a:lvl4pPr>
            <a:lvl5pPr algn="l">
              <a:defRPr sz="2400" b="1">
                <a:solidFill>
                  <a:srgbClr val="006F70"/>
                </a:solidFill>
                <a:latin typeface="Arial"/>
                <a:ea typeface="Arial"/>
                <a:cs typeface="Arial"/>
              </a:defRPr>
            </a:lvl5pPr>
            <a:lvl6pPr algn="l">
              <a:defRPr sz="2400" b="1">
                <a:solidFill>
                  <a:srgbClr val="006F70"/>
                </a:solidFill>
                <a:latin typeface="Arial"/>
                <a:ea typeface="Arial"/>
                <a:cs typeface="Arial"/>
              </a:defRPr>
            </a:lvl6pPr>
            <a:lvl7pPr algn="l">
              <a:defRPr sz="2400" b="1">
                <a:solidFill>
                  <a:srgbClr val="006F70"/>
                </a:solidFill>
                <a:latin typeface="Arial"/>
                <a:ea typeface="Arial"/>
                <a:cs typeface="Arial"/>
              </a:defRPr>
            </a:lvl7pPr>
            <a:lvl8pPr algn="l">
              <a:defRPr sz="2400" b="1">
                <a:solidFill>
                  <a:srgbClr val="006F70"/>
                </a:solidFill>
                <a:latin typeface="Arial"/>
                <a:ea typeface="Arial"/>
                <a:cs typeface="Arial"/>
              </a:defRPr>
            </a:lvl8pPr>
            <a:lvl9pPr algn="l">
              <a:defRPr sz="2400" b="1">
                <a:solidFill>
                  <a:srgbClr val="006F70"/>
                </a:solidFill>
                <a:latin typeface="Arial"/>
                <a:ea typeface="Arial"/>
                <a:cs typeface="Arial"/>
              </a:defRPr>
            </a:lvl9pPr>
          </a:lstStyle>
          <a:p xmlns:a="http://schemas.openxmlformats.org/drawingml/2006/main">
            <a:pPr algn="l">
              <a:defRPr sz="2400" b="1">
                <a:solidFill>
                  <a:srgbClr val="006F70"/>
                </a:solidFill>
                <a:latin typeface="Arial"/>
                <a:ea typeface="Arial"/>
                <a:cs typeface="Arial"/>
              </a:defRPr>
            </a:pPr>
            <a:r>
              <a:rPr sz="2400" b="1">
                <a:solidFill>
                  <a:srgbClr val="006F70"/>
                </a:solidFill>
                <a:latin typeface="Arial"/>
                <a:ea typeface="Arial"/>
                <a:cs typeface="Arial"/>
              </a:rPr>
              <a:t>A useful mechanism must earn its place in the current brief.</a:t>
            </a:r>
          </a:p>
        </p:txBody>
      </p:sp>
      <p:sp>
        <p:nvSpPr>
          <p:cNvPr id="4" name="research-label-0">
            <a:extLst xmlns:a="http://schemas.openxmlformats.org/drawingml/2006/main">
              <a:ext uri="{FF2B5EF4-FFF2-40B4-BE49-F238E27FC236}">
                <a16:creationId xmlns:a16="http://schemas.microsoft.com/office/drawing/2014/main" id="{79657EAA-5876-4002-A567-50997A9CEC76}"/>
              </a:ext>
            </a:extLst>
          </p:cNvPr>
          <p:cNvSpPr>
            <a:spLocks xmlns:a="http://schemas.openxmlformats.org/drawingml/2006/main" noGrp="1"/>
          </p:cNvSpPr>
          <p:nvPr/>
        </p:nvSpPr>
        <p:spPr>
          <a:xfrm xmlns:a="http://schemas.openxmlformats.org/drawingml/2006/main">
            <a:off x="666750" y="2286000"/>
            <a:ext cx="27813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l">
              <a:defRPr sz="2100" b="1">
                <a:solidFill>
                  <a:srgbClr val="16242B"/>
                </a:solidFill>
                <a:latin typeface="Arial"/>
                <a:ea typeface="Arial"/>
                <a:cs typeface="Arial"/>
              </a:defRPr>
            </a:defPPr>
            <a:lvl1pPr algn="l">
              <a:defRPr sz="2100" b="1">
                <a:solidFill>
                  <a:srgbClr val="16242B"/>
                </a:solidFill>
                <a:latin typeface="Arial"/>
                <a:ea typeface="Arial"/>
                <a:cs typeface="Arial"/>
              </a:defRPr>
            </a:lvl1pPr>
            <a:lvl2pPr algn="l">
              <a:defRPr sz="2100" b="1">
                <a:solidFill>
                  <a:srgbClr val="16242B"/>
                </a:solidFill>
                <a:latin typeface="Arial"/>
                <a:ea typeface="Arial"/>
                <a:cs typeface="Arial"/>
              </a:defRPr>
            </a:lvl2pPr>
            <a:lvl3pPr algn="l">
              <a:defRPr sz="2100" b="1">
                <a:solidFill>
                  <a:srgbClr val="16242B"/>
                </a:solidFill>
                <a:latin typeface="Arial"/>
                <a:ea typeface="Arial"/>
                <a:cs typeface="Arial"/>
              </a:defRPr>
            </a:lvl3pPr>
            <a:lvl4pPr algn="l">
              <a:defRPr sz="2100" b="1">
                <a:solidFill>
                  <a:srgbClr val="16242B"/>
                </a:solidFill>
                <a:latin typeface="Arial"/>
                <a:ea typeface="Arial"/>
                <a:cs typeface="Arial"/>
              </a:defRPr>
            </a:lvl4pPr>
            <a:lvl5pPr algn="l">
              <a:defRPr sz="2100" b="1">
                <a:solidFill>
                  <a:srgbClr val="16242B"/>
                </a:solidFill>
                <a:latin typeface="Arial"/>
                <a:ea typeface="Arial"/>
                <a:cs typeface="Arial"/>
              </a:defRPr>
            </a:lvl5pPr>
            <a:lvl6pPr algn="l">
              <a:defRPr sz="2100" b="1">
                <a:solidFill>
                  <a:srgbClr val="16242B"/>
                </a:solidFill>
                <a:latin typeface="Arial"/>
                <a:ea typeface="Arial"/>
                <a:cs typeface="Arial"/>
              </a:defRPr>
            </a:lvl6pPr>
            <a:lvl7pPr algn="l">
              <a:defRPr sz="2100" b="1">
                <a:solidFill>
                  <a:srgbClr val="16242B"/>
                </a:solidFill>
                <a:latin typeface="Arial"/>
                <a:ea typeface="Arial"/>
                <a:cs typeface="Arial"/>
              </a:defRPr>
            </a:lvl7pPr>
            <a:lvl8pPr algn="l">
              <a:defRPr sz="2100" b="1">
                <a:solidFill>
                  <a:srgbClr val="16242B"/>
                </a:solidFill>
                <a:latin typeface="Arial"/>
                <a:ea typeface="Arial"/>
                <a:cs typeface="Arial"/>
              </a:defRPr>
            </a:lvl8pPr>
            <a:lvl9pPr algn="l">
              <a:defRPr sz="2100" b="1">
                <a:solidFill>
                  <a:srgbClr val="16242B"/>
                </a:solidFill>
                <a:latin typeface="Arial"/>
                <a:ea typeface="Arial"/>
                <a:cs typeface="Arial"/>
              </a:defRPr>
            </a:lvl9pPr>
          </a:lstStyle>
          <a:p xmlns:a="http://schemas.openxmlformats.org/drawingml/2006/main">
            <a:pPr algn="l">
              <a:defRPr sz="2100" b="1">
                <a:solidFill>
                  <a:srgbClr val="16242B"/>
                </a:solidFill>
                <a:latin typeface="Arial"/>
                <a:ea typeface="Arial"/>
                <a:cs typeface="Arial"/>
              </a:defRPr>
            </a:pPr>
            <a:r>
              <a:rPr sz="2100" b="1">
                <a:solidFill>
                  <a:srgbClr val="16242B"/>
                </a:solidFill>
                <a:latin typeface="Arial"/>
                <a:ea typeface="Arial"/>
                <a:cs typeface="Arial"/>
              </a:rPr>
              <a:t>Reusable ideas</a:t>
            </a:r>
          </a:p>
        </p:txBody>
      </p:sp>
      <p:sp>
        <p:nvSpPr>
          <p:cNvPr id="5" name="research-body-0">
            <a:extLst xmlns:a="http://schemas.openxmlformats.org/drawingml/2006/main">
              <a:ext uri="{FF2B5EF4-FFF2-40B4-BE49-F238E27FC236}">
                <a16:creationId xmlns:a16="http://schemas.microsoft.com/office/drawing/2014/main" id="{8078F0D4-8ABA-479A-B9BA-48124D987CFC}"/>
              </a:ext>
            </a:extLst>
          </p:cNvPr>
          <p:cNvSpPr>
            <a:spLocks xmlns:a="http://schemas.openxmlformats.org/drawingml/2006/main" noGrp="1"/>
          </p:cNvSpPr>
          <p:nvPr/>
        </p:nvSpPr>
        <p:spPr>
          <a:xfrm xmlns:a="http://schemas.openxmlformats.org/drawingml/2006/main">
            <a:off x="3714750" y="2286000"/>
            <a:ext cx="75819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l">
              <a:defRPr sz="2025" b="0">
                <a:solidFill>
                  <a:srgbClr val="526773"/>
                </a:solidFill>
                <a:latin typeface="Arial"/>
                <a:ea typeface="Arial"/>
                <a:cs typeface="Arial"/>
              </a:defRPr>
            </a:defPPr>
            <a:lvl1pPr algn="l">
              <a:defRPr sz="2025" b="0">
                <a:solidFill>
                  <a:srgbClr val="526773"/>
                </a:solidFill>
                <a:latin typeface="Arial"/>
                <a:ea typeface="Arial"/>
                <a:cs typeface="Arial"/>
              </a:defRPr>
            </a:lvl1pPr>
            <a:lvl2pPr algn="l">
              <a:defRPr sz="2025" b="0">
                <a:solidFill>
                  <a:srgbClr val="526773"/>
                </a:solidFill>
                <a:latin typeface="Arial"/>
                <a:ea typeface="Arial"/>
                <a:cs typeface="Arial"/>
              </a:defRPr>
            </a:lvl2pPr>
            <a:lvl3pPr algn="l">
              <a:defRPr sz="2025" b="0">
                <a:solidFill>
                  <a:srgbClr val="526773"/>
                </a:solidFill>
                <a:latin typeface="Arial"/>
                <a:ea typeface="Arial"/>
                <a:cs typeface="Arial"/>
              </a:defRPr>
            </a:lvl3pPr>
            <a:lvl4pPr algn="l">
              <a:defRPr sz="2025" b="0">
                <a:solidFill>
                  <a:srgbClr val="526773"/>
                </a:solidFill>
                <a:latin typeface="Arial"/>
                <a:ea typeface="Arial"/>
                <a:cs typeface="Arial"/>
              </a:defRPr>
            </a:lvl4pPr>
            <a:lvl5pPr algn="l">
              <a:defRPr sz="2025" b="0">
                <a:solidFill>
                  <a:srgbClr val="526773"/>
                </a:solidFill>
                <a:latin typeface="Arial"/>
                <a:ea typeface="Arial"/>
                <a:cs typeface="Arial"/>
              </a:defRPr>
            </a:lvl5pPr>
            <a:lvl6pPr algn="l">
              <a:defRPr sz="2025" b="0">
                <a:solidFill>
                  <a:srgbClr val="526773"/>
                </a:solidFill>
                <a:latin typeface="Arial"/>
                <a:ea typeface="Arial"/>
                <a:cs typeface="Arial"/>
              </a:defRPr>
            </a:lvl6pPr>
            <a:lvl7pPr algn="l">
              <a:defRPr sz="2025" b="0">
                <a:solidFill>
                  <a:srgbClr val="526773"/>
                </a:solidFill>
                <a:latin typeface="Arial"/>
                <a:ea typeface="Arial"/>
                <a:cs typeface="Arial"/>
              </a:defRPr>
            </a:lvl7pPr>
            <a:lvl8pPr algn="l">
              <a:defRPr sz="2025" b="0">
                <a:solidFill>
                  <a:srgbClr val="526773"/>
                </a:solidFill>
                <a:latin typeface="Arial"/>
                <a:ea typeface="Arial"/>
                <a:cs typeface="Arial"/>
              </a:defRPr>
            </a:lvl8pPr>
            <a:lvl9pPr algn="l">
              <a:defRPr sz="2025" b="0">
                <a:solidFill>
                  <a:srgbClr val="526773"/>
                </a:solidFill>
                <a:latin typeface="Arial"/>
                <a:ea typeface="Arial"/>
                <a:cs typeface="Arial"/>
              </a:defRPr>
            </a:lvl9pPr>
          </a:lstStyle>
          <a:p xmlns:a="http://schemas.openxmlformats.org/drawingml/2006/main">
            <a:pPr algn="l">
              <a:defRPr sz="2025" b="0">
                <a:solidFill>
                  <a:srgbClr val="526773"/>
                </a:solidFill>
                <a:latin typeface="Arial"/>
                <a:ea typeface="Arial"/>
                <a:cs typeface="Arial"/>
              </a:defRPr>
            </a:pPr>
            <a:r>
              <a:rPr sz="2025" b="0">
                <a:solidFill>
                  <a:srgbClr val="526773"/>
                </a:solidFill>
                <a:latin typeface="Arial"/>
                <a:ea typeface="Arial"/>
                <a:cs typeface="Arial"/>
              </a:rPr>
              <a:t>Shared cues, explicit clocks, interruption behavior and artifact-first critique.</a:t>
            </a:r>
          </a:p>
        </p:txBody>
      </p:sp>
      <p:sp>
        <p:nvSpPr>
          <p:cNvPr id="6" name="research-rule-0">
            <a:extLst xmlns:a="http://schemas.openxmlformats.org/drawingml/2006/main">
              <a:ext uri="{FF2B5EF4-FFF2-40B4-BE49-F238E27FC236}">
                <a16:creationId xmlns:a16="http://schemas.microsoft.com/office/drawing/2014/main" id="{99B773B8-6B86-42B7-A638-D09253326452}"/>
              </a:ext>
            </a:extLst>
          </p:cNvPr>
          <p:cNvSpPr>
            <a:spLocks xmlns:a="http://schemas.openxmlformats.org/drawingml/2006/main" noGrp="1"/>
          </p:cNvSpPr>
          <p:nvPr/>
        </p:nvSpPr>
        <p:spPr>
          <a:xfrm xmlns:a="http://schemas.openxmlformats.org/drawingml/2006/main">
            <a:off x="666750" y="3171825"/>
            <a:ext cx="10620375" cy="0"/>
          </a:xfrm>
          <a:prstGeom xmlns:a="http://schemas.openxmlformats.org/drawingml/2006/main" prst="line">
            <a:avLst/>
          </a:prstGeom>
          <a:noFill xmlns:a="http://schemas.openxmlformats.org/drawingml/2006/main"/>
          <a:ln xmlns:a="http://schemas.openxmlformats.org/drawingml/2006/main" w="14288">
            <a:solidFill>
              <a:srgbClr val="A8BAC5"/>
            </a:solidFill>
            <a:prstDash val="solid"/>
          </a:ln>
        </p:spPr>
      </p:sp>
      <p:sp>
        <p:nvSpPr>
          <p:cNvPr id="7" name="research-label-1">
            <a:extLst xmlns:a="http://schemas.openxmlformats.org/drawingml/2006/main">
              <a:ext uri="{FF2B5EF4-FFF2-40B4-BE49-F238E27FC236}">
                <a16:creationId xmlns:a16="http://schemas.microsoft.com/office/drawing/2014/main" id="{7BF25662-839F-4231-9F38-230A5AFC58BE}"/>
              </a:ext>
            </a:extLst>
          </p:cNvPr>
          <p:cNvSpPr>
            <a:spLocks xmlns:a="http://schemas.openxmlformats.org/drawingml/2006/main" noGrp="1"/>
          </p:cNvSpPr>
          <p:nvPr/>
        </p:nvSpPr>
        <p:spPr>
          <a:xfrm xmlns:a="http://schemas.openxmlformats.org/drawingml/2006/main">
            <a:off x="666750" y="3333750"/>
            <a:ext cx="27813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l">
              <a:defRPr sz="2100" b="1">
                <a:solidFill>
                  <a:srgbClr val="16242B"/>
                </a:solidFill>
                <a:latin typeface="Arial"/>
                <a:ea typeface="Arial"/>
                <a:cs typeface="Arial"/>
              </a:defRPr>
            </a:defPPr>
            <a:lvl1pPr algn="l">
              <a:defRPr sz="2100" b="1">
                <a:solidFill>
                  <a:srgbClr val="16242B"/>
                </a:solidFill>
                <a:latin typeface="Arial"/>
                <a:ea typeface="Arial"/>
                <a:cs typeface="Arial"/>
              </a:defRPr>
            </a:lvl1pPr>
            <a:lvl2pPr algn="l">
              <a:defRPr sz="2100" b="1">
                <a:solidFill>
                  <a:srgbClr val="16242B"/>
                </a:solidFill>
                <a:latin typeface="Arial"/>
                <a:ea typeface="Arial"/>
                <a:cs typeface="Arial"/>
              </a:defRPr>
            </a:lvl2pPr>
            <a:lvl3pPr algn="l">
              <a:defRPr sz="2100" b="1">
                <a:solidFill>
                  <a:srgbClr val="16242B"/>
                </a:solidFill>
                <a:latin typeface="Arial"/>
                <a:ea typeface="Arial"/>
                <a:cs typeface="Arial"/>
              </a:defRPr>
            </a:lvl3pPr>
            <a:lvl4pPr algn="l">
              <a:defRPr sz="2100" b="1">
                <a:solidFill>
                  <a:srgbClr val="16242B"/>
                </a:solidFill>
                <a:latin typeface="Arial"/>
                <a:ea typeface="Arial"/>
                <a:cs typeface="Arial"/>
              </a:defRPr>
            </a:lvl4pPr>
            <a:lvl5pPr algn="l">
              <a:defRPr sz="2100" b="1">
                <a:solidFill>
                  <a:srgbClr val="16242B"/>
                </a:solidFill>
                <a:latin typeface="Arial"/>
                <a:ea typeface="Arial"/>
                <a:cs typeface="Arial"/>
              </a:defRPr>
            </a:lvl5pPr>
            <a:lvl6pPr algn="l">
              <a:defRPr sz="2100" b="1">
                <a:solidFill>
                  <a:srgbClr val="16242B"/>
                </a:solidFill>
                <a:latin typeface="Arial"/>
                <a:ea typeface="Arial"/>
                <a:cs typeface="Arial"/>
              </a:defRPr>
            </a:lvl6pPr>
            <a:lvl7pPr algn="l">
              <a:defRPr sz="2100" b="1">
                <a:solidFill>
                  <a:srgbClr val="16242B"/>
                </a:solidFill>
                <a:latin typeface="Arial"/>
                <a:ea typeface="Arial"/>
                <a:cs typeface="Arial"/>
              </a:defRPr>
            </a:lvl7pPr>
            <a:lvl8pPr algn="l">
              <a:defRPr sz="2100" b="1">
                <a:solidFill>
                  <a:srgbClr val="16242B"/>
                </a:solidFill>
                <a:latin typeface="Arial"/>
                <a:ea typeface="Arial"/>
                <a:cs typeface="Arial"/>
              </a:defRPr>
            </a:lvl8pPr>
            <a:lvl9pPr algn="l">
              <a:defRPr sz="2100" b="1">
                <a:solidFill>
                  <a:srgbClr val="16242B"/>
                </a:solidFill>
                <a:latin typeface="Arial"/>
                <a:ea typeface="Arial"/>
                <a:cs typeface="Arial"/>
              </a:defRPr>
            </a:lvl9pPr>
          </a:lstStyle>
          <a:p xmlns:a="http://schemas.openxmlformats.org/drawingml/2006/main">
            <a:pPr algn="l">
              <a:defRPr sz="2100" b="1">
                <a:solidFill>
                  <a:srgbClr val="16242B"/>
                </a:solidFill>
                <a:latin typeface="Arial"/>
                <a:ea typeface="Arial"/>
                <a:cs typeface="Arial"/>
              </a:defRPr>
            </a:pPr>
            <a:r>
              <a:rPr sz="2100" b="1">
                <a:solidFill>
                  <a:srgbClr val="16242B"/>
                </a:solidFill>
                <a:latin typeface="Arial"/>
                <a:ea typeface="Arial"/>
                <a:cs typeface="Arial"/>
              </a:rPr>
              <a:t>Conditional techniques</a:t>
            </a:r>
          </a:p>
        </p:txBody>
      </p:sp>
      <p:sp>
        <p:nvSpPr>
          <p:cNvPr id="8" name="research-body-1">
            <a:extLst xmlns:a="http://schemas.openxmlformats.org/drawingml/2006/main">
              <a:ext uri="{FF2B5EF4-FFF2-40B4-BE49-F238E27FC236}">
                <a16:creationId xmlns:a16="http://schemas.microsoft.com/office/drawing/2014/main" id="{3CC5B5E6-EC33-490A-A038-355AE0A07B67}"/>
              </a:ext>
            </a:extLst>
          </p:cNvPr>
          <p:cNvSpPr>
            <a:spLocks xmlns:a="http://schemas.openxmlformats.org/drawingml/2006/main" noGrp="1"/>
          </p:cNvSpPr>
          <p:nvPr/>
        </p:nvSpPr>
        <p:spPr>
          <a:xfrm xmlns:a="http://schemas.openxmlformats.org/drawingml/2006/main">
            <a:off x="3714750" y="3333750"/>
            <a:ext cx="75819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l">
              <a:defRPr sz="2025" b="0">
                <a:solidFill>
                  <a:srgbClr val="526773"/>
                </a:solidFill>
                <a:latin typeface="Arial"/>
                <a:ea typeface="Arial"/>
                <a:cs typeface="Arial"/>
              </a:defRPr>
            </a:defPPr>
            <a:lvl1pPr algn="l">
              <a:defRPr sz="2025" b="0">
                <a:solidFill>
                  <a:srgbClr val="526773"/>
                </a:solidFill>
                <a:latin typeface="Arial"/>
                <a:ea typeface="Arial"/>
                <a:cs typeface="Arial"/>
              </a:defRPr>
            </a:lvl1pPr>
            <a:lvl2pPr algn="l">
              <a:defRPr sz="2025" b="0">
                <a:solidFill>
                  <a:srgbClr val="526773"/>
                </a:solidFill>
                <a:latin typeface="Arial"/>
                <a:ea typeface="Arial"/>
                <a:cs typeface="Arial"/>
              </a:defRPr>
            </a:lvl2pPr>
            <a:lvl3pPr algn="l">
              <a:defRPr sz="2025" b="0">
                <a:solidFill>
                  <a:srgbClr val="526773"/>
                </a:solidFill>
                <a:latin typeface="Arial"/>
                <a:ea typeface="Arial"/>
                <a:cs typeface="Arial"/>
              </a:defRPr>
            </a:lvl3pPr>
            <a:lvl4pPr algn="l">
              <a:defRPr sz="2025" b="0">
                <a:solidFill>
                  <a:srgbClr val="526773"/>
                </a:solidFill>
                <a:latin typeface="Arial"/>
                <a:ea typeface="Arial"/>
                <a:cs typeface="Arial"/>
              </a:defRPr>
            </a:lvl4pPr>
            <a:lvl5pPr algn="l">
              <a:defRPr sz="2025" b="0">
                <a:solidFill>
                  <a:srgbClr val="526773"/>
                </a:solidFill>
                <a:latin typeface="Arial"/>
                <a:ea typeface="Arial"/>
                <a:cs typeface="Arial"/>
              </a:defRPr>
            </a:lvl5pPr>
            <a:lvl6pPr algn="l">
              <a:defRPr sz="2025" b="0">
                <a:solidFill>
                  <a:srgbClr val="526773"/>
                </a:solidFill>
                <a:latin typeface="Arial"/>
                <a:ea typeface="Arial"/>
                <a:cs typeface="Arial"/>
              </a:defRPr>
            </a:lvl6pPr>
            <a:lvl7pPr algn="l">
              <a:defRPr sz="2025" b="0">
                <a:solidFill>
                  <a:srgbClr val="526773"/>
                </a:solidFill>
                <a:latin typeface="Arial"/>
                <a:ea typeface="Arial"/>
                <a:cs typeface="Arial"/>
              </a:defRPr>
            </a:lvl7pPr>
            <a:lvl8pPr algn="l">
              <a:defRPr sz="2025" b="0">
                <a:solidFill>
                  <a:srgbClr val="526773"/>
                </a:solidFill>
                <a:latin typeface="Arial"/>
                <a:ea typeface="Arial"/>
                <a:cs typeface="Arial"/>
              </a:defRPr>
            </a:lvl8pPr>
            <a:lvl9pPr algn="l">
              <a:defRPr sz="2025" b="0">
                <a:solidFill>
                  <a:srgbClr val="526773"/>
                </a:solidFill>
                <a:latin typeface="Arial"/>
                <a:ea typeface="Arial"/>
                <a:cs typeface="Arial"/>
              </a:defRPr>
            </a:lvl9pPr>
          </a:lstStyle>
          <a:p xmlns:a="http://schemas.openxmlformats.org/drawingml/2006/main">
            <a:pPr algn="l">
              <a:defRPr sz="2025" b="0">
                <a:solidFill>
                  <a:srgbClr val="526773"/>
                </a:solidFill>
                <a:latin typeface="Arial"/>
                <a:ea typeface="Arial"/>
                <a:cs typeface="Arial"/>
              </a:defRPr>
            </a:pPr>
            <a:r>
              <a:rPr sz="2025" b="0">
                <a:solidFill>
                  <a:srgbClr val="526773"/>
                </a:solidFill>
                <a:latin typeface="Arial"/>
                <a:ea typeface="Arial"/>
                <a:cs typeface="Arial"/>
              </a:rPr>
              <a:t>Paint mechanisms and CSS 3D fade structure depend on the actual medium.</a:t>
            </a:r>
          </a:p>
        </p:txBody>
      </p:sp>
      <p:sp>
        <p:nvSpPr>
          <p:cNvPr id="9" name="research-rule-1">
            <a:extLst xmlns:a="http://schemas.openxmlformats.org/drawingml/2006/main">
              <a:ext uri="{FF2B5EF4-FFF2-40B4-BE49-F238E27FC236}">
                <a16:creationId xmlns:a16="http://schemas.microsoft.com/office/drawing/2014/main" id="{7146D42B-9ADC-4ACF-8429-F504D76068C7}"/>
              </a:ext>
            </a:extLst>
          </p:cNvPr>
          <p:cNvSpPr>
            <a:spLocks xmlns:a="http://schemas.openxmlformats.org/drawingml/2006/main" noGrp="1"/>
          </p:cNvSpPr>
          <p:nvPr/>
        </p:nvSpPr>
        <p:spPr>
          <a:xfrm xmlns:a="http://schemas.openxmlformats.org/drawingml/2006/main">
            <a:off x="666750" y="4219575"/>
            <a:ext cx="10620375" cy="0"/>
          </a:xfrm>
          <a:prstGeom xmlns:a="http://schemas.openxmlformats.org/drawingml/2006/main" prst="line">
            <a:avLst/>
          </a:prstGeom>
          <a:noFill xmlns:a="http://schemas.openxmlformats.org/drawingml/2006/main"/>
          <a:ln xmlns:a="http://schemas.openxmlformats.org/drawingml/2006/main" w="14288">
            <a:solidFill>
              <a:srgbClr val="A8BAC5"/>
            </a:solidFill>
            <a:prstDash val="solid"/>
          </a:ln>
        </p:spPr>
      </p:sp>
      <p:sp>
        <p:nvSpPr>
          <p:cNvPr id="10" name="research-label-2">
            <a:extLst xmlns:a="http://schemas.openxmlformats.org/drawingml/2006/main">
              <a:ext uri="{FF2B5EF4-FFF2-40B4-BE49-F238E27FC236}">
                <a16:creationId xmlns:a16="http://schemas.microsoft.com/office/drawing/2014/main" id="{852970D8-C8DC-450B-8202-2113BABABF3D}"/>
              </a:ext>
            </a:extLst>
          </p:cNvPr>
          <p:cNvSpPr>
            <a:spLocks xmlns:a="http://schemas.openxmlformats.org/drawingml/2006/main" noGrp="1"/>
          </p:cNvSpPr>
          <p:nvPr/>
        </p:nvSpPr>
        <p:spPr>
          <a:xfrm xmlns:a="http://schemas.openxmlformats.org/drawingml/2006/main">
            <a:off x="666750" y="4381500"/>
            <a:ext cx="27813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l">
              <a:defRPr sz="2100" b="1">
                <a:solidFill>
                  <a:srgbClr val="16242B"/>
                </a:solidFill>
                <a:latin typeface="Arial"/>
                <a:ea typeface="Arial"/>
                <a:cs typeface="Arial"/>
              </a:defRPr>
            </a:defPPr>
            <a:lvl1pPr algn="l">
              <a:defRPr sz="2100" b="1">
                <a:solidFill>
                  <a:srgbClr val="16242B"/>
                </a:solidFill>
                <a:latin typeface="Arial"/>
                <a:ea typeface="Arial"/>
                <a:cs typeface="Arial"/>
              </a:defRPr>
            </a:lvl1pPr>
            <a:lvl2pPr algn="l">
              <a:defRPr sz="2100" b="1">
                <a:solidFill>
                  <a:srgbClr val="16242B"/>
                </a:solidFill>
                <a:latin typeface="Arial"/>
                <a:ea typeface="Arial"/>
                <a:cs typeface="Arial"/>
              </a:defRPr>
            </a:lvl2pPr>
            <a:lvl3pPr algn="l">
              <a:defRPr sz="2100" b="1">
                <a:solidFill>
                  <a:srgbClr val="16242B"/>
                </a:solidFill>
                <a:latin typeface="Arial"/>
                <a:ea typeface="Arial"/>
                <a:cs typeface="Arial"/>
              </a:defRPr>
            </a:lvl3pPr>
            <a:lvl4pPr algn="l">
              <a:defRPr sz="2100" b="1">
                <a:solidFill>
                  <a:srgbClr val="16242B"/>
                </a:solidFill>
                <a:latin typeface="Arial"/>
                <a:ea typeface="Arial"/>
                <a:cs typeface="Arial"/>
              </a:defRPr>
            </a:lvl4pPr>
            <a:lvl5pPr algn="l">
              <a:defRPr sz="2100" b="1">
                <a:solidFill>
                  <a:srgbClr val="16242B"/>
                </a:solidFill>
                <a:latin typeface="Arial"/>
                <a:ea typeface="Arial"/>
                <a:cs typeface="Arial"/>
              </a:defRPr>
            </a:lvl5pPr>
            <a:lvl6pPr algn="l">
              <a:defRPr sz="2100" b="1">
                <a:solidFill>
                  <a:srgbClr val="16242B"/>
                </a:solidFill>
                <a:latin typeface="Arial"/>
                <a:ea typeface="Arial"/>
                <a:cs typeface="Arial"/>
              </a:defRPr>
            </a:lvl6pPr>
            <a:lvl7pPr algn="l">
              <a:defRPr sz="2100" b="1">
                <a:solidFill>
                  <a:srgbClr val="16242B"/>
                </a:solidFill>
                <a:latin typeface="Arial"/>
                <a:ea typeface="Arial"/>
                <a:cs typeface="Arial"/>
              </a:defRPr>
            </a:lvl7pPr>
            <a:lvl8pPr algn="l">
              <a:defRPr sz="2100" b="1">
                <a:solidFill>
                  <a:srgbClr val="16242B"/>
                </a:solidFill>
                <a:latin typeface="Arial"/>
                <a:ea typeface="Arial"/>
                <a:cs typeface="Arial"/>
              </a:defRPr>
            </a:lvl8pPr>
            <a:lvl9pPr algn="l">
              <a:defRPr sz="2100" b="1">
                <a:solidFill>
                  <a:srgbClr val="16242B"/>
                </a:solidFill>
                <a:latin typeface="Arial"/>
                <a:ea typeface="Arial"/>
                <a:cs typeface="Arial"/>
              </a:defRPr>
            </a:lvl9pPr>
          </a:lstStyle>
          <a:p xmlns:a="http://schemas.openxmlformats.org/drawingml/2006/main">
            <a:pPr algn="l">
              <a:defRPr sz="2100" b="1">
                <a:solidFill>
                  <a:srgbClr val="16242B"/>
                </a:solidFill>
                <a:latin typeface="Arial"/>
                <a:ea typeface="Arial"/>
                <a:cs typeface="Arial"/>
              </a:defRPr>
            </a:pPr>
            <a:r>
              <a:rPr sz="2100" b="1">
                <a:solidFill>
                  <a:srgbClr val="16242B"/>
                </a:solidFill>
                <a:latin typeface="Arial"/>
                <a:ea typeface="Arial"/>
                <a:cs typeface="Arial"/>
              </a:rPr>
              <a:t>Evidence limits</a:t>
            </a:r>
          </a:p>
        </p:txBody>
      </p:sp>
      <p:sp>
        <p:nvSpPr>
          <p:cNvPr id="11" name="research-body-2">
            <a:extLst xmlns:a="http://schemas.openxmlformats.org/drawingml/2006/main">
              <a:ext uri="{FF2B5EF4-FFF2-40B4-BE49-F238E27FC236}">
                <a16:creationId xmlns:a16="http://schemas.microsoft.com/office/drawing/2014/main" id="{B49DBD82-A037-453B-A278-3D87140DE136}"/>
              </a:ext>
            </a:extLst>
          </p:cNvPr>
          <p:cNvSpPr>
            <a:spLocks xmlns:a="http://schemas.openxmlformats.org/drawingml/2006/main" noGrp="1"/>
          </p:cNvSpPr>
          <p:nvPr/>
        </p:nvSpPr>
        <p:spPr>
          <a:xfrm xmlns:a="http://schemas.openxmlformats.org/drawingml/2006/main">
            <a:off x="3714750" y="4381500"/>
            <a:ext cx="75819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l">
              <a:defRPr sz="2025" b="0">
                <a:solidFill>
                  <a:srgbClr val="526773"/>
                </a:solidFill>
                <a:latin typeface="Arial"/>
                <a:ea typeface="Arial"/>
                <a:cs typeface="Arial"/>
              </a:defRPr>
            </a:defPPr>
            <a:lvl1pPr algn="l">
              <a:defRPr sz="2025" b="0">
                <a:solidFill>
                  <a:srgbClr val="526773"/>
                </a:solidFill>
                <a:latin typeface="Arial"/>
                <a:ea typeface="Arial"/>
                <a:cs typeface="Arial"/>
              </a:defRPr>
            </a:lvl1pPr>
            <a:lvl2pPr algn="l">
              <a:defRPr sz="2025" b="0">
                <a:solidFill>
                  <a:srgbClr val="526773"/>
                </a:solidFill>
                <a:latin typeface="Arial"/>
                <a:ea typeface="Arial"/>
                <a:cs typeface="Arial"/>
              </a:defRPr>
            </a:lvl2pPr>
            <a:lvl3pPr algn="l">
              <a:defRPr sz="2025" b="0">
                <a:solidFill>
                  <a:srgbClr val="526773"/>
                </a:solidFill>
                <a:latin typeface="Arial"/>
                <a:ea typeface="Arial"/>
                <a:cs typeface="Arial"/>
              </a:defRPr>
            </a:lvl3pPr>
            <a:lvl4pPr algn="l">
              <a:defRPr sz="2025" b="0">
                <a:solidFill>
                  <a:srgbClr val="526773"/>
                </a:solidFill>
                <a:latin typeface="Arial"/>
                <a:ea typeface="Arial"/>
                <a:cs typeface="Arial"/>
              </a:defRPr>
            </a:lvl4pPr>
            <a:lvl5pPr algn="l">
              <a:defRPr sz="2025" b="0">
                <a:solidFill>
                  <a:srgbClr val="526773"/>
                </a:solidFill>
                <a:latin typeface="Arial"/>
                <a:ea typeface="Arial"/>
                <a:cs typeface="Arial"/>
              </a:defRPr>
            </a:lvl5pPr>
            <a:lvl6pPr algn="l">
              <a:defRPr sz="2025" b="0">
                <a:solidFill>
                  <a:srgbClr val="526773"/>
                </a:solidFill>
                <a:latin typeface="Arial"/>
                <a:ea typeface="Arial"/>
                <a:cs typeface="Arial"/>
              </a:defRPr>
            </a:lvl6pPr>
            <a:lvl7pPr algn="l">
              <a:defRPr sz="2025" b="0">
                <a:solidFill>
                  <a:srgbClr val="526773"/>
                </a:solidFill>
                <a:latin typeface="Arial"/>
                <a:ea typeface="Arial"/>
                <a:cs typeface="Arial"/>
              </a:defRPr>
            </a:lvl7pPr>
            <a:lvl8pPr algn="l">
              <a:defRPr sz="2025" b="0">
                <a:solidFill>
                  <a:srgbClr val="526773"/>
                </a:solidFill>
                <a:latin typeface="Arial"/>
                <a:ea typeface="Arial"/>
                <a:cs typeface="Arial"/>
              </a:defRPr>
            </a:lvl8pPr>
            <a:lvl9pPr algn="l">
              <a:defRPr sz="2025" b="0">
                <a:solidFill>
                  <a:srgbClr val="526773"/>
                </a:solidFill>
                <a:latin typeface="Arial"/>
                <a:ea typeface="Arial"/>
                <a:cs typeface="Arial"/>
              </a:defRPr>
            </a:lvl9pPr>
          </a:lstStyle>
          <a:p xmlns:a="http://schemas.openxmlformats.org/drawingml/2006/main">
            <a:pPr algn="l">
              <a:defRPr sz="2025" b="0">
                <a:solidFill>
                  <a:srgbClr val="526773"/>
                </a:solidFill>
                <a:latin typeface="Arial"/>
                <a:ea typeface="Arial"/>
                <a:cs typeface="Arial"/>
              </a:defRPr>
            </a:pPr>
            <a:r>
              <a:rPr sz="2025" b="0">
                <a:solidFill>
                  <a:srgbClr val="526773"/>
                </a:solidFill>
                <a:latin typeface="Arial"/>
                <a:ea typeface="Arial"/>
                <a:cs typeface="Arial"/>
              </a:rPr>
              <a:t>Source reading and gallery examples establish leads. Runtime comparisons test specific behavior.</a:t>
            </a:r>
          </a:p>
        </p:txBody>
      </p:sp>
      <p:sp>
        <p:nvSpPr>
          <p:cNvPr id="12" name="research-bottom">
            <a:extLst xmlns:a="http://schemas.openxmlformats.org/drawingml/2006/main">
              <a:ext uri="{FF2B5EF4-FFF2-40B4-BE49-F238E27FC236}">
                <a16:creationId xmlns:a16="http://schemas.microsoft.com/office/drawing/2014/main" id="{CF111607-A453-4507-967C-DCC1DB9B413E}"/>
              </a:ext>
            </a:extLst>
          </p:cNvPr>
          <p:cNvSpPr>
            <a:spLocks xmlns:a="http://schemas.openxmlformats.org/drawingml/2006/main" noGrp="1"/>
          </p:cNvSpPr>
          <p:nvPr/>
        </p:nvSpPr>
        <p:spPr>
          <a:xfrm xmlns:a="http://schemas.openxmlformats.org/drawingml/2006/main">
            <a:off x="666750" y="5743575"/>
            <a:ext cx="10668000" cy="485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lstStyle xmlns:a="http://schemas.openxmlformats.org/drawingml/2006/main">
            <a:defPPr algn="l">
              <a:defRPr sz="1875" b="0">
                <a:solidFill>
                  <a:srgbClr val="16242B"/>
                </a:solidFill>
                <a:latin typeface="Arial"/>
                <a:ea typeface="Arial"/>
                <a:cs typeface="Arial"/>
              </a:defRPr>
            </a:defPPr>
            <a:lvl1pPr algn="l">
              <a:defRPr sz="1875" b="0">
                <a:solidFill>
                  <a:srgbClr val="16242B"/>
                </a:solidFill>
                <a:latin typeface="Arial"/>
                <a:ea typeface="Arial"/>
                <a:cs typeface="Arial"/>
              </a:defRPr>
            </a:lvl1pPr>
            <a:lvl2pPr algn="l">
              <a:defRPr sz="1875" b="0">
                <a:solidFill>
                  <a:srgbClr val="16242B"/>
                </a:solidFill>
                <a:latin typeface="Arial"/>
                <a:ea typeface="Arial"/>
                <a:cs typeface="Arial"/>
              </a:defRPr>
            </a:lvl2pPr>
            <a:lvl3pPr algn="l">
              <a:defRPr sz="1875" b="0">
                <a:solidFill>
                  <a:srgbClr val="16242B"/>
                </a:solidFill>
                <a:latin typeface="Arial"/>
                <a:ea typeface="Arial"/>
                <a:cs typeface="Arial"/>
              </a:defRPr>
            </a:lvl3pPr>
            <a:lvl4pPr algn="l">
              <a:defRPr sz="1875" b="0">
                <a:solidFill>
                  <a:srgbClr val="16242B"/>
                </a:solidFill>
                <a:latin typeface="Arial"/>
                <a:ea typeface="Arial"/>
                <a:cs typeface="Arial"/>
              </a:defRPr>
            </a:lvl4pPr>
            <a:lvl5pPr algn="l">
              <a:defRPr sz="1875" b="0">
                <a:solidFill>
                  <a:srgbClr val="16242B"/>
                </a:solidFill>
                <a:latin typeface="Arial"/>
                <a:ea typeface="Arial"/>
                <a:cs typeface="Arial"/>
              </a:defRPr>
            </a:lvl5pPr>
            <a:lvl6pPr algn="l">
              <a:defRPr sz="1875" b="0">
                <a:solidFill>
                  <a:srgbClr val="16242B"/>
                </a:solidFill>
                <a:latin typeface="Arial"/>
                <a:ea typeface="Arial"/>
                <a:cs typeface="Arial"/>
              </a:defRPr>
            </a:lvl6pPr>
            <a:lvl7pPr algn="l">
              <a:defRPr sz="1875" b="0">
                <a:solidFill>
                  <a:srgbClr val="16242B"/>
                </a:solidFill>
                <a:latin typeface="Arial"/>
                <a:ea typeface="Arial"/>
                <a:cs typeface="Arial"/>
              </a:defRPr>
            </a:lvl7pPr>
            <a:lvl8pPr algn="l">
              <a:defRPr sz="1875" b="0">
                <a:solidFill>
                  <a:srgbClr val="16242B"/>
                </a:solidFill>
                <a:latin typeface="Arial"/>
                <a:ea typeface="Arial"/>
                <a:cs typeface="Arial"/>
              </a:defRPr>
            </a:lvl8pPr>
            <a:lvl9pPr algn="l">
              <a:defRPr sz="1875" b="0">
                <a:solidFill>
                  <a:srgbClr val="16242B"/>
                </a:solidFill>
                <a:latin typeface="Arial"/>
                <a:ea typeface="Arial"/>
                <a:cs typeface="Arial"/>
              </a:defRPr>
            </a:lvl9pPr>
          </a:lstStyle>
          <a:p xmlns:a="http://schemas.openxmlformats.org/drawingml/2006/main">
            <a:pPr algn="l">
              <a:defRPr sz="1875" b="0">
                <a:solidFill>
                  <a:srgbClr val="16242B"/>
                </a:solidFill>
                <a:latin typeface="Arial"/>
                <a:ea typeface="Arial"/>
                <a:cs typeface="Arial"/>
              </a:defRPr>
            </a:pPr>
            <a:r>
              <a:rPr sz="1875" b="0">
                <a:solidFill>
                  <a:srgbClr val="16242B"/>
                </a:solidFill>
                <a:latin typeface="Arial"/>
                <a:ea typeface="Arial"/>
                <a:cs typeface="Arial"/>
              </a:rPr>
              <a:t>Choose palette, typography and rhythm for the subject. Keep performance claims scoped.</a:t>
            </a:r>
          </a:p>
        </p:txBody>
      </p:sp>
    </p:spTree>
    <p:extLst>
      <p:ext uri="{BB962C8B-B14F-4D97-AF65-F5344CB8AC3E}">
        <p14:creationId xmlns:p14="http://schemas.microsoft.com/office/powerpoint/2010/main" val="856045580"/>
      </p:ext>
    </p:extLst>
  </p:cSld>
</p:sld>
</file>

<file path=ppt/slides/slide11.xml><?xml version="1.0" encoding="utf-8"?>
<p:sld xmlns:p="http://schemas.openxmlformats.org/presentationml/2006/main">
  <p:cSld>
    <p:bg>
      <p:bgPr>
        <a:solidFill xmlns:a="http://schemas.openxmlformats.org/drawingml/2006/main">
          <a:srgbClr val="F4F7FA"/>
        </a:solidFill>
      </p:bgPr>
    </p:bg>
    <p:spTree>
      <p:nvGrpSpPr>
        <p:cNvPr id="1" name=""/>
        <p:cNvGrpSpPr/>
        <p:nvPr/>
      </p:nvGrpSpPr>
      <p:grpSpPr>
        <a:xfrm xmlns:a="http://schemas.openxmlformats.org/drawingml/2006/main"/>
      </p:grpSpPr>
      <p:sp>
        <p:nvSpPr>
          <p:cNvPr id="15" name="title">
            <a:extLst xmlns:a="http://schemas.openxmlformats.org/drawingml/2006/main">
              <a:ext uri="{FF2B5EF4-FFF2-40B4-BE49-F238E27FC236}">
                <a16:creationId xmlns:a16="http://schemas.microsoft.com/office/drawing/2014/main" id="{DB857BBA-7C57-42A1-84F8-19FE1CCFCF0C}"/>
              </a:ext>
            </a:extLst>
          </p:cNvPr>
          <p:cNvSpPr>
            <a:spLocks xmlns:a="http://schemas.openxmlformats.org/drawingml/2006/main" noGrp="1"/>
          </p:cNvSpPr>
          <p:nvPr/>
        </p:nvSpPr>
        <p:spPr>
          <a:xfrm xmlns:a="http://schemas.openxmlformats.org/drawingml/2006/main">
            <a:off x="628650" y="447675"/>
            <a:ext cx="1093470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lstStyle xmlns:a="http://schemas.openxmlformats.org/drawingml/2006/main">
            <a:defPPr algn="l">
              <a:defRPr sz="3450" b="1">
                <a:solidFill>
                  <a:srgbClr val="16242B"/>
                </a:solidFill>
                <a:latin typeface="Arial"/>
                <a:ea typeface="Arial"/>
                <a:cs typeface="Arial"/>
              </a:defRPr>
            </a:defPPr>
            <a:lvl1pPr algn="l">
              <a:buNone/>
              <a:defRPr sz="3450" b="1">
                <a:solidFill>
                  <a:srgbClr val="16242B"/>
                </a:solidFill>
                <a:latin typeface="Arial"/>
                <a:ea typeface="Arial"/>
                <a:cs typeface="Arial"/>
              </a:defRPr>
            </a:lvl1pPr>
            <a:lvl2pPr algn="l">
              <a:buNone/>
              <a:defRPr sz="3450" b="1">
                <a:solidFill>
                  <a:srgbClr val="16242B"/>
                </a:solidFill>
                <a:latin typeface="Arial"/>
                <a:ea typeface="Arial"/>
                <a:cs typeface="Arial"/>
              </a:defRPr>
            </a:lvl2pPr>
            <a:lvl3pPr algn="l">
              <a:buNone/>
              <a:defRPr sz="3450" b="1">
                <a:solidFill>
                  <a:srgbClr val="16242B"/>
                </a:solidFill>
                <a:latin typeface="Arial"/>
                <a:ea typeface="Arial"/>
                <a:cs typeface="Arial"/>
              </a:defRPr>
            </a:lvl3pPr>
            <a:lvl4pPr algn="l">
              <a:buNone/>
              <a:defRPr sz="3450" b="1">
                <a:solidFill>
                  <a:srgbClr val="16242B"/>
                </a:solidFill>
                <a:latin typeface="Arial"/>
                <a:ea typeface="Arial"/>
                <a:cs typeface="Arial"/>
              </a:defRPr>
            </a:lvl4pPr>
            <a:lvl5pPr algn="l">
              <a:buNone/>
              <a:defRPr sz="3450" b="1">
                <a:solidFill>
                  <a:srgbClr val="16242B"/>
                </a:solidFill>
                <a:latin typeface="Arial"/>
                <a:ea typeface="Arial"/>
                <a:cs typeface="Arial"/>
              </a:defRPr>
            </a:lvl5pPr>
            <a:lvl6pPr algn="l">
              <a:buNone/>
              <a:defRPr sz="3450" b="1">
                <a:solidFill>
                  <a:srgbClr val="16242B"/>
                </a:solidFill>
                <a:latin typeface="Arial"/>
                <a:ea typeface="Arial"/>
                <a:cs typeface="Arial"/>
              </a:defRPr>
            </a:lvl6pPr>
            <a:lvl7pPr algn="l">
              <a:buNone/>
              <a:defRPr sz="3450" b="1">
                <a:solidFill>
                  <a:srgbClr val="16242B"/>
                </a:solidFill>
                <a:latin typeface="Arial"/>
                <a:ea typeface="Arial"/>
                <a:cs typeface="Arial"/>
              </a:defRPr>
            </a:lvl7pPr>
            <a:lvl8pPr algn="l">
              <a:buNone/>
              <a:defRPr sz="3450" b="1">
                <a:solidFill>
                  <a:srgbClr val="16242B"/>
                </a:solidFill>
                <a:latin typeface="Arial"/>
                <a:ea typeface="Arial"/>
                <a:cs typeface="Arial"/>
              </a:defRPr>
            </a:lvl8pPr>
            <a:lvl9pPr algn="l">
              <a:buNone/>
              <a:defRPr sz="3450" b="1">
                <a:solidFill>
                  <a:srgbClr val="16242B"/>
                </a:solidFill>
                <a:latin typeface="Arial"/>
                <a:ea typeface="Arial"/>
                <a:cs typeface="Arial"/>
              </a:defRPr>
            </a:lvl9pPr>
          </a:lstStyle>
          <a:p xmlns:a="http://schemas.openxmlformats.org/drawingml/2006/main">
            <a:pPr algn="l">
              <a:buNone/>
              <a:defRPr sz="3450" b="1">
                <a:solidFill>
                  <a:srgbClr val="16242B"/>
                </a:solidFill>
                <a:latin typeface="Arial"/>
                <a:ea typeface="Arial"/>
                <a:cs typeface="Arial"/>
              </a:defRPr>
            </a:pPr>
            <a:r>
              <a:rPr sz="3450" b="1">
                <a:solidFill>
                  <a:srgbClr val="16242B"/>
                </a:solidFill>
                <a:latin typeface="Arial"/>
                <a:ea typeface="Arial"/>
                <a:cs typeface="Arial"/>
              </a:rPr>
              <a:t>A usable handoff</a:t>
            </a:r>
          </a:p>
        </p:txBody>
      </p:sp>
      <p:sp>
        <p:nvSpPr>
          <p:cNvPr id="2" name="page">
            <a:extLst xmlns:a="http://schemas.openxmlformats.org/drawingml/2006/main">
              <a:ext uri="{FF2B5EF4-FFF2-40B4-BE49-F238E27FC236}">
                <a16:creationId xmlns:a16="http://schemas.microsoft.com/office/drawing/2014/main" id="{21EA831A-AB42-4462-961C-82D7278E30B9}"/>
              </a:ext>
            </a:extLst>
          </p:cNvPr>
          <p:cNvSpPr>
            <a:spLocks xmlns:a="http://schemas.openxmlformats.org/drawingml/2006/main" noGrp="1"/>
          </p:cNvSpPr>
          <p:nvPr/>
        </p:nvSpPr>
        <p:spPr>
          <a:xfrm xmlns:a="http://schemas.openxmlformats.org/drawingml/2006/main">
            <a:off x="11049000" y="6162675"/>
            <a:ext cx="5143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lstStyle xmlns:a="http://schemas.openxmlformats.org/drawingml/2006/main">
            <a:defPPr algn="l">
              <a:defRPr sz="1275" b="0">
                <a:solidFill>
                  <a:srgbClr val="526773"/>
                </a:solidFill>
                <a:latin typeface="Arial"/>
                <a:ea typeface="Arial"/>
                <a:cs typeface="Arial"/>
              </a:defRPr>
            </a:defPPr>
            <a:lvl1pPr algn="l">
              <a:buNone/>
              <a:defRPr sz="1275" b="0">
                <a:solidFill>
                  <a:srgbClr val="526773"/>
                </a:solidFill>
                <a:latin typeface="Arial"/>
                <a:ea typeface="Arial"/>
                <a:cs typeface="Arial"/>
              </a:defRPr>
            </a:lvl1pPr>
            <a:lvl2pPr algn="l">
              <a:buNone/>
              <a:defRPr sz="1275" b="0">
                <a:solidFill>
                  <a:srgbClr val="526773"/>
                </a:solidFill>
                <a:latin typeface="Arial"/>
                <a:ea typeface="Arial"/>
                <a:cs typeface="Arial"/>
              </a:defRPr>
            </a:lvl2pPr>
            <a:lvl3pPr algn="l">
              <a:buNone/>
              <a:defRPr sz="1275" b="0">
                <a:solidFill>
                  <a:srgbClr val="526773"/>
                </a:solidFill>
                <a:latin typeface="Arial"/>
                <a:ea typeface="Arial"/>
                <a:cs typeface="Arial"/>
              </a:defRPr>
            </a:lvl3pPr>
            <a:lvl4pPr algn="l">
              <a:buNone/>
              <a:defRPr sz="1275" b="0">
                <a:solidFill>
                  <a:srgbClr val="526773"/>
                </a:solidFill>
                <a:latin typeface="Arial"/>
                <a:ea typeface="Arial"/>
                <a:cs typeface="Arial"/>
              </a:defRPr>
            </a:lvl4pPr>
            <a:lvl5pPr algn="l">
              <a:buNone/>
              <a:defRPr sz="1275" b="0">
                <a:solidFill>
                  <a:srgbClr val="526773"/>
                </a:solidFill>
                <a:latin typeface="Arial"/>
                <a:ea typeface="Arial"/>
                <a:cs typeface="Arial"/>
              </a:defRPr>
            </a:lvl5pPr>
            <a:lvl6pPr algn="l">
              <a:buNone/>
              <a:defRPr sz="1275" b="0">
                <a:solidFill>
                  <a:srgbClr val="526773"/>
                </a:solidFill>
                <a:latin typeface="Arial"/>
                <a:ea typeface="Arial"/>
                <a:cs typeface="Arial"/>
              </a:defRPr>
            </a:lvl6pPr>
            <a:lvl7pPr algn="l">
              <a:buNone/>
              <a:defRPr sz="1275" b="0">
                <a:solidFill>
                  <a:srgbClr val="526773"/>
                </a:solidFill>
                <a:latin typeface="Arial"/>
                <a:ea typeface="Arial"/>
                <a:cs typeface="Arial"/>
              </a:defRPr>
            </a:lvl7pPr>
            <a:lvl8pPr algn="l">
              <a:buNone/>
              <a:defRPr sz="1275" b="0">
                <a:solidFill>
                  <a:srgbClr val="526773"/>
                </a:solidFill>
                <a:latin typeface="Arial"/>
                <a:ea typeface="Arial"/>
                <a:cs typeface="Arial"/>
              </a:defRPr>
            </a:lvl8pPr>
            <a:lvl9pPr algn="l">
              <a:buNone/>
              <a:defRPr sz="1275" b="0">
                <a:solidFill>
                  <a:srgbClr val="526773"/>
                </a:solidFill>
                <a:latin typeface="Arial"/>
                <a:ea typeface="Arial"/>
                <a:cs typeface="Arial"/>
              </a:defRPr>
            </a:lvl9pPr>
          </a:lstStyle>
          <a:p xmlns:a="http://schemas.openxmlformats.org/drawingml/2006/main">
            <a:pPr algn="l">
              <a:buNone/>
              <a:defRPr sz="1275" b="0">
                <a:solidFill>
                  <a:srgbClr val="526773"/>
                </a:solidFill>
                <a:latin typeface="Arial"/>
                <a:ea typeface="Arial"/>
                <a:cs typeface="Arial"/>
              </a:defRPr>
            </a:pPr>
            <a:r>
              <a:rPr sz="1275" b="0">
                <a:solidFill>
                  <a:srgbClr val="526773"/>
                </a:solidFill>
                <a:latin typeface="Arial"/>
                <a:ea typeface="Arial"/>
                <a:cs typeface="Arial"/>
              </a:rPr>
              <a:t>11</a:t>
            </a:r>
          </a:p>
        </p:txBody>
      </p:sp>
      <p:sp>
        <p:nvSpPr>
          <p:cNvPr id="3" name="handoff-thesis">
            <a:extLst xmlns:a="http://schemas.openxmlformats.org/drawingml/2006/main">
              <a:ext uri="{FF2B5EF4-FFF2-40B4-BE49-F238E27FC236}">
                <a16:creationId xmlns:a16="http://schemas.microsoft.com/office/drawing/2014/main" id="{231CD92B-B886-4D2C-BD5A-400E3C9C8191}"/>
              </a:ext>
            </a:extLst>
          </p:cNvPr>
          <p:cNvSpPr>
            <a:spLocks xmlns:a="http://schemas.openxmlformats.org/drawingml/2006/main" noGrp="1"/>
          </p:cNvSpPr>
          <p:nvPr/>
        </p:nvSpPr>
        <p:spPr>
          <a:xfrm xmlns:a="http://schemas.openxmlformats.org/drawingml/2006/main">
            <a:off x="647700" y="1304925"/>
            <a:ext cx="10858500" cy="971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lstStyle xmlns:a="http://schemas.openxmlformats.org/drawingml/2006/main">
            <a:defPPr algn="l">
              <a:defRPr sz="2625" b="1">
                <a:solidFill>
                  <a:srgbClr val="006F70"/>
                </a:solidFill>
                <a:latin typeface="Arial"/>
                <a:ea typeface="Arial"/>
                <a:cs typeface="Arial"/>
              </a:defRPr>
            </a:defPPr>
            <a:lvl1pPr algn="l">
              <a:buNone/>
              <a:defRPr sz="2625" b="1">
                <a:solidFill>
                  <a:srgbClr val="006F70"/>
                </a:solidFill>
                <a:latin typeface="Arial"/>
                <a:ea typeface="Arial"/>
                <a:cs typeface="Arial"/>
              </a:defRPr>
            </a:lvl1pPr>
            <a:lvl2pPr algn="l">
              <a:buNone/>
              <a:defRPr sz="2625" b="1">
                <a:solidFill>
                  <a:srgbClr val="006F70"/>
                </a:solidFill>
                <a:latin typeface="Arial"/>
                <a:ea typeface="Arial"/>
                <a:cs typeface="Arial"/>
              </a:defRPr>
            </a:lvl2pPr>
            <a:lvl3pPr algn="l">
              <a:buNone/>
              <a:defRPr sz="2625" b="1">
                <a:solidFill>
                  <a:srgbClr val="006F70"/>
                </a:solidFill>
                <a:latin typeface="Arial"/>
                <a:ea typeface="Arial"/>
                <a:cs typeface="Arial"/>
              </a:defRPr>
            </a:lvl3pPr>
            <a:lvl4pPr algn="l">
              <a:buNone/>
              <a:defRPr sz="2625" b="1">
                <a:solidFill>
                  <a:srgbClr val="006F70"/>
                </a:solidFill>
                <a:latin typeface="Arial"/>
                <a:ea typeface="Arial"/>
                <a:cs typeface="Arial"/>
              </a:defRPr>
            </a:lvl4pPr>
            <a:lvl5pPr algn="l">
              <a:buNone/>
              <a:defRPr sz="2625" b="1">
                <a:solidFill>
                  <a:srgbClr val="006F70"/>
                </a:solidFill>
                <a:latin typeface="Arial"/>
                <a:ea typeface="Arial"/>
                <a:cs typeface="Arial"/>
              </a:defRPr>
            </a:lvl5pPr>
            <a:lvl6pPr algn="l">
              <a:buNone/>
              <a:defRPr sz="2625" b="1">
                <a:solidFill>
                  <a:srgbClr val="006F70"/>
                </a:solidFill>
                <a:latin typeface="Arial"/>
                <a:ea typeface="Arial"/>
                <a:cs typeface="Arial"/>
              </a:defRPr>
            </a:lvl6pPr>
            <a:lvl7pPr algn="l">
              <a:buNone/>
              <a:defRPr sz="2625" b="1">
                <a:solidFill>
                  <a:srgbClr val="006F70"/>
                </a:solidFill>
                <a:latin typeface="Arial"/>
                <a:ea typeface="Arial"/>
                <a:cs typeface="Arial"/>
              </a:defRPr>
            </a:lvl7pPr>
            <a:lvl8pPr algn="l">
              <a:buNone/>
              <a:defRPr sz="2625" b="1">
                <a:solidFill>
                  <a:srgbClr val="006F70"/>
                </a:solidFill>
                <a:latin typeface="Arial"/>
                <a:ea typeface="Arial"/>
                <a:cs typeface="Arial"/>
              </a:defRPr>
            </a:lvl8pPr>
            <a:lvl9pPr algn="l">
              <a:buNone/>
              <a:defRPr sz="2625" b="1">
                <a:solidFill>
                  <a:srgbClr val="006F70"/>
                </a:solidFill>
                <a:latin typeface="Arial"/>
                <a:ea typeface="Arial"/>
                <a:cs typeface="Arial"/>
              </a:defRPr>
            </a:lvl9pPr>
          </a:lstStyle>
          <a:p xmlns:a="http://schemas.openxmlformats.org/drawingml/2006/main">
            <a:pPr algn="l">
              <a:buNone/>
              <a:defRPr sz="2625" b="1">
                <a:solidFill>
                  <a:srgbClr val="006F70"/>
                </a:solidFill>
                <a:latin typeface="Arial"/>
                <a:ea typeface="Arial"/>
                <a:cs typeface="Arial"/>
              </a:defRPr>
            </a:pPr>
            <a:r>
              <a:rPr sz="2625" b="1">
                <a:solidFill>
                  <a:srgbClr val="006F70"/>
                </a:solidFill>
                <a:latin typeface="Arial"/>
                <a:ea typeface="Arial"/>
                <a:cs typeface="Arial"/>
              </a:rPr>
              <a:t>One clear entry point should explain how to inspect,</a:t>
            </a:r>
          </a:p>
          <a:p xmlns:a="http://schemas.openxmlformats.org/drawingml/2006/main">
            <a:pPr algn="l">
              <a:buNone/>
              <a:defRPr sz="2625" b="1">
                <a:solidFill>
                  <a:srgbClr val="006F70"/>
                </a:solidFill>
                <a:latin typeface="Arial"/>
                <a:ea typeface="Arial"/>
                <a:cs typeface="Arial"/>
              </a:defRPr>
            </a:pPr>
            <a:r>
              <a:rPr sz="2625" b="1">
                <a:solidFill>
                  <a:srgbClr val="006F70"/>
                </a:solidFill>
                <a:latin typeface="Arial"/>
                <a:ea typeface="Arial"/>
                <a:cs typeface="Arial"/>
              </a:rPr>
              <a:t>reproduce and revise the selected master.</a:t>
            </a:r>
          </a:p>
        </p:txBody>
      </p:sp>
      <p:sp>
        <p:nvSpPr>
          <p:cNvPr id="4" name="package-label-0">
            <a:extLst xmlns:a="http://schemas.openxmlformats.org/drawingml/2006/main">
              <a:ext uri="{FF2B5EF4-FFF2-40B4-BE49-F238E27FC236}">
                <a16:creationId xmlns:a16="http://schemas.microsoft.com/office/drawing/2014/main" id="{E698C076-C7FA-4766-B812-194696B72B65}"/>
              </a:ext>
            </a:extLst>
          </p:cNvPr>
          <p:cNvSpPr>
            <a:spLocks xmlns:a="http://schemas.openxmlformats.org/drawingml/2006/main" noGrp="1"/>
          </p:cNvSpPr>
          <p:nvPr/>
        </p:nvSpPr>
        <p:spPr>
          <a:xfrm xmlns:a="http://schemas.openxmlformats.org/drawingml/2006/main">
            <a:off x="666750" y="2819400"/>
            <a:ext cx="245745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lstStyle xmlns:a="http://schemas.openxmlformats.org/drawingml/2006/main">
            <a:defPPr algn="l">
              <a:defRPr sz="2025" b="1">
                <a:solidFill>
                  <a:srgbClr val="16242B"/>
                </a:solidFill>
                <a:latin typeface="Arial"/>
                <a:ea typeface="Arial"/>
                <a:cs typeface="Arial"/>
              </a:defRPr>
            </a:defPPr>
            <a:lvl1pPr algn="l">
              <a:buNone/>
              <a:defRPr sz="2025" b="1">
                <a:solidFill>
                  <a:srgbClr val="16242B"/>
                </a:solidFill>
                <a:latin typeface="Arial"/>
                <a:ea typeface="Arial"/>
                <a:cs typeface="Arial"/>
              </a:defRPr>
            </a:lvl1pPr>
            <a:lvl2pPr algn="l">
              <a:buNone/>
              <a:defRPr sz="2025" b="1">
                <a:solidFill>
                  <a:srgbClr val="16242B"/>
                </a:solidFill>
                <a:latin typeface="Arial"/>
                <a:ea typeface="Arial"/>
                <a:cs typeface="Arial"/>
              </a:defRPr>
            </a:lvl2pPr>
            <a:lvl3pPr algn="l">
              <a:buNone/>
              <a:defRPr sz="2025" b="1">
                <a:solidFill>
                  <a:srgbClr val="16242B"/>
                </a:solidFill>
                <a:latin typeface="Arial"/>
                <a:ea typeface="Arial"/>
                <a:cs typeface="Arial"/>
              </a:defRPr>
            </a:lvl3pPr>
            <a:lvl4pPr algn="l">
              <a:buNone/>
              <a:defRPr sz="2025" b="1">
                <a:solidFill>
                  <a:srgbClr val="16242B"/>
                </a:solidFill>
                <a:latin typeface="Arial"/>
                <a:ea typeface="Arial"/>
                <a:cs typeface="Arial"/>
              </a:defRPr>
            </a:lvl4pPr>
            <a:lvl5pPr algn="l">
              <a:buNone/>
              <a:defRPr sz="2025" b="1">
                <a:solidFill>
                  <a:srgbClr val="16242B"/>
                </a:solidFill>
                <a:latin typeface="Arial"/>
                <a:ea typeface="Arial"/>
                <a:cs typeface="Arial"/>
              </a:defRPr>
            </a:lvl5pPr>
            <a:lvl6pPr algn="l">
              <a:buNone/>
              <a:defRPr sz="2025" b="1">
                <a:solidFill>
                  <a:srgbClr val="16242B"/>
                </a:solidFill>
                <a:latin typeface="Arial"/>
                <a:ea typeface="Arial"/>
                <a:cs typeface="Arial"/>
              </a:defRPr>
            </a:lvl6pPr>
            <a:lvl7pPr algn="l">
              <a:buNone/>
              <a:defRPr sz="2025" b="1">
                <a:solidFill>
                  <a:srgbClr val="16242B"/>
                </a:solidFill>
                <a:latin typeface="Arial"/>
                <a:ea typeface="Arial"/>
                <a:cs typeface="Arial"/>
              </a:defRPr>
            </a:lvl7pPr>
            <a:lvl8pPr algn="l">
              <a:buNone/>
              <a:defRPr sz="2025" b="1">
                <a:solidFill>
                  <a:srgbClr val="16242B"/>
                </a:solidFill>
                <a:latin typeface="Arial"/>
                <a:ea typeface="Arial"/>
                <a:cs typeface="Arial"/>
              </a:defRPr>
            </a:lvl8pPr>
            <a:lvl9pPr algn="l">
              <a:buNone/>
              <a:defRPr sz="2025" b="1">
                <a:solidFill>
                  <a:srgbClr val="16242B"/>
                </a:solidFill>
                <a:latin typeface="Arial"/>
                <a:ea typeface="Arial"/>
                <a:cs typeface="Arial"/>
              </a:defRPr>
            </a:lvl9pPr>
          </a:lstStyle>
          <a:p xmlns:a="http://schemas.openxmlformats.org/drawingml/2006/main">
            <a:pPr algn="l">
              <a:buNone/>
              <a:defRPr sz="2025" b="1">
                <a:solidFill>
                  <a:srgbClr val="16242B"/>
                </a:solidFill>
                <a:latin typeface="Arial"/>
                <a:ea typeface="Arial"/>
                <a:cs typeface="Arial"/>
              </a:defRPr>
            </a:pPr>
            <a:r>
              <a:rPr sz="2025" b="1">
                <a:solidFill>
                  <a:srgbClr val="16242B"/>
                </a:solidFill>
                <a:latin typeface="Arial"/>
                <a:ea typeface="Arial"/>
                <a:cs typeface="Arial"/>
              </a:rPr>
              <a:t>Selected master</a:t>
            </a:r>
          </a:p>
        </p:txBody>
      </p:sp>
      <p:sp>
        <p:nvSpPr>
          <p:cNvPr id="5" name="package-body-0">
            <a:extLst xmlns:a="http://schemas.openxmlformats.org/drawingml/2006/main">
              <a:ext uri="{FF2B5EF4-FFF2-40B4-BE49-F238E27FC236}">
                <a16:creationId xmlns:a16="http://schemas.microsoft.com/office/drawing/2014/main" id="{DBE0B23C-7ADE-4E0B-B32D-819504A2A7D3}"/>
              </a:ext>
            </a:extLst>
          </p:cNvPr>
          <p:cNvSpPr>
            <a:spLocks xmlns:a="http://schemas.openxmlformats.org/drawingml/2006/main" noGrp="1"/>
          </p:cNvSpPr>
          <p:nvPr/>
        </p:nvSpPr>
        <p:spPr>
          <a:xfrm xmlns:a="http://schemas.openxmlformats.org/drawingml/2006/main">
            <a:off x="3333750" y="2819400"/>
            <a:ext cx="7972425"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lstStyle xmlns:a="http://schemas.openxmlformats.org/drawingml/2006/main">
            <a:defPPr algn="l">
              <a:defRPr sz="1950" b="0">
                <a:solidFill>
                  <a:srgbClr val="526773"/>
                </a:solidFill>
                <a:latin typeface="Arial"/>
                <a:ea typeface="Arial"/>
                <a:cs typeface="Arial"/>
              </a:defRPr>
            </a:defPPr>
            <a:lvl1pPr algn="l">
              <a:buNone/>
              <a:defRPr sz="1950" b="0">
                <a:solidFill>
                  <a:srgbClr val="526773"/>
                </a:solidFill>
                <a:latin typeface="Arial"/>
                <a:ea typeface="Arial"/>
                <a:cs typeface="Arial"/>
              </a:defRPr>
            </a:lvl1pPr>
            <a:lvl2pPr algn="l">
              <a:buNone/>
              <a:defRPr sz="1950" b="0">
                <a:solidFill>
                  <a:srgbClr val="526773"/>
                </a:solidFill>
                <a:latin typeface="Arial"/>
                <a:ea typeface="Arial"/>
                <a:cs typeface="Arial"/>
              </a:defRPr>
            </a:lvl2pPr>
            <a:lvl3pPr algn="l">
              <a:buNone/>
              <a:defRPr sz="1950" b="0">
                <a:solidFill>
                  <a:srgbClr val="526773"/>
                </a:solidFill>
                <a:latin typeface="Arial"/>
                <a:ea typeface="Arial"/>
                <a:cs typeface="Arial"/>
              </a:defRPr>
            </a:lvl3pPr>
            <a:lvl4pPr algn="l">
              <a:buNone/>
              <a:defRPr sz="1950" b="0">
                <a:solidFill>
                  <a:srgbClr val="526773"/>
                </a:solidFill>
                <a:latin typeface="Arial"/>
                <a:ea typeface="Arial"/>
                <a:cs typeface="Arial"/>
              </a:defRPr>
            </a:lvl4pPr>
            <a:lvl5pPr algn="l">
              <a:buNone/>
              <a:defRPr sz="1950" b="0">
                <a:solidFill>
                  <a:srgbClr val="526773"/>
                </a:solidFill>
                <a:latin typeface="Arial"/>
                <a:ea typeface="Arial"/>
                <a:cs typeface="Arial"/>
              </a:defRPr>
            </a:lvl5pPr>
            <a:lvl6pPr algn="l">
              <a:buNone/>
              <a:defRPr sz="1950" b="0">
                <a:solidFill>
                  <a:srgbClr val="526773"/>
                </a:solidFill>
                <a:latin typeface="Arial"/>
                <a:ea typeface="Arial"/>
                <a:cs typeface="Arial"/>
              </a:defRPr>
            </a:lvl6pPr>
            <a:lvl7pPr algn="l">
              <a:buNone/>
              <a:defRPr sz="1950" b="0">
                <a:solidFill>
                  <a:srgbClr val="526773"/>
                </a:solidFill>
                <a:latin typeface="Arial"/>
                <a:ea typeface="Arial"/>
                <a:cs typeface="Arial"/>
              </a:defRPr>
            </a:lvl7pPr>
            <a:lvl8pPr algn="l">
              <a:buNone/>
              <a:defRPr sz="1950" b="0">
                <a:solidFill>
                  <a:srgbClr val="526773"/>
                </a:solidFill>
                <a:latin typeface="Arial"/>
                <a:ea typeface="Arial"/>
                <a:cs typeface="Arial"/>
              </a:defRPr>
            </a:lvl8pPr>
            <a:lvl9pPr algn="l">
              <a:buNone/>
              <a:defRPr sz="1950" b="0">
                <a:solidFill>
                  <a:srgbClr val="526773"/>
                </a:solidFill>
                <a:latin typeface="Arial"/>
                <a:ea typeface="Arial"/>
                <a:cs typeface="Arial"/>
              </a:defRPr>
            </a:lvl9pPr>
          </a:lstStyle>
          <a:p xmlns:a="http://schemas.openxmlformats.org/drawingml/2006/main">
            <a:pPr algn="l">
              <a:buNone/>
              <a:defRPr sz="1950" b="0">
                <a:solidFill>
                  <a:srgbClr val="526773"/>
                </a:solidFill>
                <a:latin typeface="Arial"/>
                <a:ea typeface="Arial"/>
                <a:cs typeface="Arial"/>
              </a:defRPr>
            </a:pPr>
            <a:r>
              <a:rPr sz="1950" b="0">
                <a:solidFill>
                  <a:srgbClr val="526773"/>
                </a:solidFill>
                <a:latin typeface="Arial"/>
                <a:ea typeface="Arial"/>
                <a:cs typeface="Arial"/>
              </a:rPr>
              <a:t>Requested media, native source and necessary assets.</a:t>
            </a:r>
          </a:p>
        </p:txBody>
      </p:sp>
      <p:sp>
        <p:nvSpPr>
          <p:cNvPr id="6" name="package-rule-0">
            <a:extLst xmlns:a="http://schemas.openxmlformats.org/drawingml/2006/main">
              <a:ext uri="{FF2B5EF4-FFF2-40B4-BE49-F238E27FC236}">
                <a16:creationId xmlns:a16="http://schemas.microsoft.com/office/drawing/2014/main" id="{403BC318-6EE6-4409-B106-2CB93D17ED36}"/>
              </a:ext>
            </a:extLst>
          </p:cNvPr>
          <p:cNvSpPr>
            <a:spLocks xmlns:a="http://schemas.openxmlformats.org/drawingml/2006/main" noGrp="1"/>
          </p:cNvSpPr>
          <p:nvPr/>
        </p:nvSpPr>
        <p:spPr>
          <a:xfrm xmlns:a="http://schemas.openxmlformats.org/drawingml/2006/main">
            <a:off x="666750" y="3400425"/>
            <a:ext cx="10610850" cy="0"/>
          </a:xfrm>
          <a:prstGeom xmlns:a="http://schemas.openxmlformats.org/drawingml/2006/main" prst="line">
            <a:avLst/>
          </a:prstGeom>
          <a:noFill xmlns:a="http://schemas.openxmlformats.org/drawingml/2006/main"/>
          <a:ln xmlns:a="http://schemas.openxmlformats.org/drawingml/2006/main" w="14288">
            <a:solidFill>
              <a:srgbClr val="A8BAC5"/>
            </a:solidFill>
            <a:prstDash val="solid"/>
          </a:ln>
        </p:spPr>
      </p:sp>
      <p:sp>
        <p:nvSpPr>
          <p:cNvPr id="7" name="package-label-1">
            <a:extLst xmlns:a="http://schemas.openxmlformats.org/drawingml/2006/main">
              <a:ext uri="{FF2B5EF4-FFF2-40B4-BE49-F238E27FC236}">
                <a16:creationId xmlns:a16="http://schemas.microsoft.com/office/drawing/2014/main" id="{04052116-93C9-420E-BE04-8CA9AE8E0C98}"/>
              </a:ext>
            </a:extLst>
          </p:cNvPr>
          <p:cNvSpPr>
            <a:spLocks xmlns:a="http://schemas.openxmlformats.org/drawingml/2006/main" noGrp="1"/>
          </p:cNvSpPr>
          <p:nvPr/>
        </p:nvSpPr>
        <p:spPr>
          <a:xfrm xmlns:a="http://schemas.openxmlformats.org/drawingml/2006/main">
            <a:off x="666750" y="3514725"/>
            <a:ext cx="245745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lstStyle xmlns:a="http://schemas.openxmlformats.org/drawingml/2006/main">
            <a:defPPr algn="l">
              <a:defRPr sz="2025" b="1">
                <a:solidFill>
                  <a:srgbClr val="16242B"/>
                </a:solidFill>
                <a:latin typeface="Arial"/>
                <a:ea typeface="Arial"/>
                <a:cs typeface="Arial"/>
              </a:defRPr>
            </a:defPPr>
            <a:lvl1pPr algn="l">
              <a:buNone/>
              <a:defRPr sz="2025" b="1">
                <a:solidFill>
                  <a:srgbClr val="16242B"/>
                </a:solidFill>
                <a:latin typeface="Arial"/>
                <a:ea typeface="Arial"/>
                <a:cs typeface="Arial"/>
              </a:defRPr>
            </a:lvl1pPr>
            <a:lvl2pPr algn="l">
              <a:buNone/>
              <a:defRPr sz="2025" b="1">
                <a:solidFill>
                  <a:srgbClr val="16242B"/>
                </a:solidFill>
                <a:latin typeface="Arial"/>
                <a:ea typeface="Arial"/>
                <a:cs typeface="Arial"/>
              </a:defRPr>
            </a:lvl2pPr>
            <a:lvl3pPr algn="l">
              <a:buNone/>
              <a:defRPr sz="2025" b="1">
                <a:solidFill>
                  <a:srgbClr val="16242B"/>
                </a:solidFill>
                <a:latin typeface="Arial"/>
                <a:ea typeface="Arial"/>
                <a:cs typeface="Arial"/>
              </a:defRPr>
            </a:lvl3pPr>
            <a:lvl4pPr algn="l">
              <a:buNone/>
              <a:defRPr sz="2025" b="1">
                <a:solidFill>
                  <a:srgbClr val="16242B"/>
                </a:solidFill>
                <a:latin typeface="Arial"/>
                <a:ea typeface="Arial"/>
                <a:cs typeface="Arial"/>
              </a:defRPr>
            </a:lvl4pPr>
            <a:lvl5pPr algn="l">
              <a:buNone/>
              <a:defRPr sz="2025" b="1">
                <a:solidFill>
                  <a:srgbClr val="16242B"/>
                </a:solidFill>
                <a:latin typeface="Arial"/>
                <a:ea typeface="Arial"/>
                <a:cs typeface="Arial"/>
              </a:defRPr>
            </a:lvl5pPr>
            <a:lvl6pPr algn="l">
              <a:buNone/>
              <a:defRPr sz="2025" b="1">
                <a:solidFill>
                  <a:srgbClr val="16242B"/>
                </a:solidFill>
                <a:latin typeface="Arial"/>
                <a:ea typeface="Arial"/>
                <a:cs typeface="Arial"/>
              </a:defRPr>
            </a:lvl6pPr>
            <a:lvl7pPr algn="l">
              <a:buNone/>
              <a:defRPr sz="2025" b="1">
                <a:solidFill>
                  <a:srgbClr val="16242B"/>
                </a:solidFill>
                <a:latin typeface="Arial"/>
                <a:ea typeface="Arial"/>
                <a:cs typeface="Arial"/>
              </a:defRPr>
            </a:lvl7pPr>
            <a:lvl8pPr algn="l">
              <a:buNone/>
              <a:defRPr sz="2025" b="1">
                <a:solidFill>
                  <a:srgbClr val="16242B"/>
                </a:solidFill>
                <a:latin typeface="Arial"/>
                <a:ea typeface="Arial"/>
                <a:cs typeface="Arial"/>
              </a:defRPr>
            </a:lvl8pPr>
            <a:lvl9pPr algn="l">
              <a:buNone/>
              <a:defRPr sz="2025" b="1">
                <a:solidFill>
                  <a:srgbClr val="16242B"/>
                </a:solidFill>
                <a:latin typeface="Arial"/>
                <a:ea typeface="Arial"/>
                <a:cs typeface="Arial"/>
              </a:defRPr>
            </a:lvl9pPr>
          </a:lstStyle>
          <a:p xmlns:a="http://schemas.openxmlformats.org/drawingml/2006/main">
            <a:pPr algn="l">
              <a:buNone/>
              <a:defRPr sz="2025" b="1">
                <a:solidFill>
                  <a:srgbClr val="16242B"/>
                </a:solidFill>
                <a:latin typeface="Arial"/>
                <a:ea typeface="Arial"/>
                <a:cs typeface="Arial"/>
              </a:defRPr>
            </a:pPr>
            <a:r>
              <a:rPr sz="2025" b="1">
                <a:solidFill>
                  <a:srgbClr val="16242B"/>
                </a:solidFill>
                <a:latin typeface="Arial"/>
                <a:ea typeface="Arial"/>
                <a:cs typeface="Arial"/>
              </a:rPr>
              <a:t>Reproduction</a:t>
            </a:r>
          </a:p>
        </p:txBody>
      </p:sp>
      <p:sp>
        <p:nvSpPr>
          <p:cNvPr id="8" name="package-body-1">
            <a:extLst xmlns:a="http://schemas.openxmlformats.org/drawingml/2006/main">
              <a:ext uri="{FF2B5EF4-FFF2-40B4-BE49-F238E27FC236}">
                <a16:creationId xmlns:a16="http://schemas.microsoft.com/office/drawing/2014/main" id="{53B6CFED-E3B1-4003-83B0-E1313957F38D}"/>
              </a:ext>
            </a:extLst>
          </p:cNvPr>
          <p:cNvSpPr>
            <a:spLocks xmlns:a="http://schemas.openxmlformats.org/drawingml/2006/main" noGrp="1"/>
          </p:cNvSpPr>
          <p:nvPr/>
        </p:nvSpPr>
        <p:spPr>
          <a:xfrm xmlns:a="http://schemas.openxmlformats.org/drawingml/2006/main">
            <a:off x="3333750" y="3514725"/>
            <a:ext cx="7972425"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lstStyle xmlns:a="http://schemas.openxmlformats.org/drawingml/2006/main">
            <a:defPPr algn="l">
              <a:defRPr sz="1950" b="0">
                <a:solidFill>
                  <a:srgbClr val="526773"/>
                </a:solidFill>
                <a:latin typeface="Arial"/>
                <a:ea typeface="Arial"/>
                <a:cs typeface="Arial"/>
              </a:defRPr>
            </a:defPPr>
            <a:lvl1pPr algn="l">
              <a:buNone/>
              <a:defRPr sz="1950" b="0">
                <a:solidFill>
                  <a:srgbClr val="526773"/>
                </a:solidFill>
                <a:latin typeface="Arial"/>
                <a:ea typeface="Arial"/>
                <a:cs typeface="Arial"/>
              </a:defRPr>
            </a:lvl1pPr>
            <a:lvl2pPr algn="l">
              <a:buNone/>
              <a:defRPr sz="1950" b="0">
                <a:solidFill>
                  <a:srgbClr val="526773"/>
                </a:solidFill>
                <a:latin typeface="Arial"/>
                <a:ea typeface="Arial"/>
                <a:cs typeface="Arial"/>
              </a:defRPr>
            </a:lvl2pPr>
            <a:lvl3pPr algn="l">
              <a:buNone/>
              <a:defRPr sz="1950" b="0">
                <a:solidFill>
                  <a:srgbClr val="526773"/>
                </a:solidFill>
                <a:latin typeface="Arial"/>
                <a:ea typeface="Arial"/>
                <a:cs typeface="Arial"/>
              </a:defRPr>
            </a:lvl3pPr>
            <a:lvl4pPr algn="l">
              <a:buNone/>
              <a:defRPr sz="1950" b="0">
                <a:solidFill>
                  <a:srgbClr val="526773"/>
                </a:solidFill>
                <a:latin typeface="Arial"/>
                <a:ea typeface="Arial"/>
                <a:cs typeface="Arial"/>
              </a:defRPr>
            </a:lvl4pPr>
            <a:lvl5pPr algn="l">
              <a:buNone/>
              <a:defRPr sz="1950" b="0">
                <a:solidFill>
                  <a:srgbClr val="526773"/>
                </a:solidFill>
                <a:latin typeface="Arial"/>
                <a:ea typeface="Arial"/>
                <a:cs typeface="Arial"/>
              </a:defRPr>
            </a:lvl5pPr>
            <a:lvl6pPr algn="l">
              <a:buNone/>
              <a:defRPr sz="1950" b="0">
                <a:solidFill>
                  <a:srgbClr val="526773"/>
                </a:solidFill>
                <a:latin typeface="Arial"/>
                <a:ea typeface="Arial"/>
                <a:cs typeface="Arial"/>
              </a:defRPr>
            </a:lvl6pPr>
            <a:lvl7pPr algn="l">
              <a:buNone/>
              <a:defRPr sz="1950" b="0">
                <a:solidFill>
                  <a:srgbClr val="526773"/>
                </a:solidFill>
                <a:latin typeface="Arial"/>
                <a:ea typeface="Arial"/>
                <a:cs typeface="Arial"/>
              </a:defRPr>
            </a:lvl7pPr>
            <a:lvl8pPr algn="l">
              <a:buNone/>
              <a:defRPr sz="1950" b="0">
                <a:solidFill>
                  <a:srgbClr val="526773"/>
                </a:solidFill>
                <a:latin typeface="Arial"/>
                <a:ea typeface="Arial"/>
                <a:cs typeface="Arial"/>
              </a:defRPr>
            </a:lvl8pPr>
            <a:lvl9pPr algn="l">
              <a:buNone/>
              <a:defRPr sz="1950" b="0">
                <a:solidFill>
                  <a:srgbClr val="526773"/>
                </a:solidFill>
                <a:latin typeface="Arial"/>
                <a:ea typeface="Arial"/>
                <a:cs typeface="Arial"/>
              </a:defRPr>
            </a:lvl9pPr>
          </a:lstStyle>
          <a:p xmlns:a="http://schemas.openxmlformats.org/drawingml/2006/main">
            <a:pPr algn="l">
              <a:buNone/>
              <a:defRPr sz="1950" b="0">
                <a:solidFill>
                  <a:srgbClr val="526773"/>
                </a:solidFill>
                <a:latin typeface="Arial"/>
                <a:ea typeface="Arial"/>
                <a:cs typeface="Arial"/>
              </a:defRPr>
            </a:pPr>
            <a:r>
              <a:rPr sz="1950" b="0">
                <a:solidFill>
                  <a:srgbClr val="526773"/>
                </a:solidFill>
                <a:latin typeface="Arial"/>
                <a:ea typeface="Arial"/>
                <a:cs typeface="Arial"/>
              </a:rPr>
              <a:t>Relative paths, dependency notes and retained notices.</a:t>
            </a:r>
          </a:p>
        </p:txBody>
      </p:sp>
      <p:sp>
        <p:nvSpPr>
          <p:cNvPr id="9" name="package-rule-1">
            <a:extLst xmlns:a="http://schemas.openxmlformats.org/drawingml/2006/main">
              <a:ext uri="{FF2B5EF4-FFF2-40B4-BE49-F238E27FC236}">
                <a16:creationId xmlns:a16="http://schemas.microsoft.com/office/drawing/2014/main" id="{0B21D089-C9E0-455C-9993-1CED5530E44E}"/>
              </a:ext>
            </a:extLst>
          </p:cNvPr>
          <p:cNvSpPr>
            <a:spLocks xmlns:a="http://schemas.openxmlformats.org/drawingml/2006/main" noGrp="1"/>
          </p:cNvSpPr>
          <p:nvPr/>
        </p:nvSpPr>
        <p:spPr>
          <a:xfrm xmlns:a="http://schemas.openxmlformats.org/drawingml/2006/main">
            <a:off x="666750" y="4095750"/>
            <a:ext cx="10610850" cy="0"/>
          </a:xfrm>
          <a:prstGeom xmlns:a="http://schemas.openxmlformats.org/drawingml/2006/main" prst="line">
            <a:avLst/>
          </a:prstGeom>
          <a:noFill xmlns:a="http://schemas.openxmlformats.org/drawingml/2006/main"/>
          <a:ln xmlns:a="http://schemas.openxmlformats.org/drawingml/2006/main" w="14288">
            <a:solidFill>
              <a:srgbClr val="A8BAC5"/>
            </a:solidFill>
            <a:prstDash val="solid"/>
          </a:ln>
        </p:spPr>
      </p:sp>
      <p:sp>
        <p:nvSpPr>
          <p:cNvPr id="10" name="package-label-2">
            <a:extLst xmlns:a="http://schemas.openxmlformats.org/drawingml/2006/main">
              <a:ext uri="{FF2B5EF4-FFF2-40B4-BE49-F238E27FC236}">
                <a16:creationId xmlns:a16="http://schemas.microsoft.com/office/drawing/2014/main" id="{C5A474BF-E951-4C8F-93DF-E405B1AFE0A1}"/>
              </a:ext>
            </a:extLst>
          </p:cNvPr>
          <p:cNvSpPr>
            <a:spLocks xmlns:a="http://schemas.openxmlformats.org/drawingml/2006/main" noGrp="1"/>
          </p:cNvSpPr>
          <p:nvPr/>
        </p:nvSpPr>
        <p:spPr>
          <a:xfrm xmlns:a="http://schemas.openxmlformats.org/drawingml/2006/main">
            <a:off x="666750" y="4210050"/>
            <a:ext cx="245745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lstStyle xmlns:a="http://schemas.openxmlformats.org/drawingml/2006/main">
            <a:defPPr algn="l">
              <a:defRPr sz="2025" b="1">
                <a:solidFill>
                  <a:srgbClr val="16242B"/>
                </a:solidFill>
                <a:latin typeface="Arial"/>
                <a:ea typeface="Arial"/>
                <a:cs typeface="Arial"/>
              </a:defRPr>
            </a:defPPr>
            <a:lvl1pPr algn="l">
              <a:buNone/>
              <a:defRPr sz="2025" b="1">
                <a:solidFill>
                  <a:srgbClr val="16242B"/>
                </a:solidFill>
                <a:latin typeface="Arial"/>
                <a:ea typeface="Arial"/>
                <a:cs typeface="Arial"/>
              </a:defRPr>
            </a:lvl1pPr>
            <a:lvl2pPr algn="l">
              <a:buNone/>
              <a:defRPr sz="2025" b="1">
                <a:solidFill>
                  <a:srgbClr val="16242B"/>
                </a:solidFill>
                <a:latin typeface="Arial"/>
                <a:ea typeface="Arial"/>
                <a:cs typeface="Arial"/>
              </a:defRPr>
            </a:lvl2pPr>
            <a:lvl3pPr algn="l">
              <a:buNone/>
              <a:defRPr sz="2025" b="1">
                <a:solidFill>
                  <a:srgbClr val="16242B"/>
                </a:solidFill>
                <a:latin typeface="Arial"/>
                <a:ea typeface="Arial"/>
                <a:cs typeface="Arial"/>
              </a:defRPr>
            </a:lvl3pPr>
            <a:lvl4pPr algn="l">
              <a:buNone/>
              <a:defRPr sz="2025" b="1">
                <a:solidFill>
                  <a:srgbClr val="16242B"/>
                </a:solidFill>
                <a:latin typeface="Arial"/>
                <a:ea typeface="Arial"/>
                <a:cs typeface="Arial"/>
              </a:defRPr>
            </a:lvl4pPr>
            <a:lvl5pPr algn="l">
              <a:buNone/>
              <a:defRPr sz="2025" b="1">
                <a:solidFill>
                  <a:srgbClr val="16242B"/>
                </a:solidFill>
                <a:latin typeface="Arial"/>
                <a:ea typeface="Arial"/>
                <a:cs typeface="Arial"/>
              </a:defRPr>
            </a:lvl5pPr>
            <a:lvl6pPr algn="l">
              <a:buNone/>
              <a:defRPr sz="2025" b="1">
                <a:solidFill>
                  <a:srgbClr val="16242B"/>
                </a:solidFill>
                <a:latin typeface="Arial"/>
                <a:ea typeface="Arial"/>
                <a:cs typeface="Arial"/>
              </a:defRPr>
            </a:lvl6pPr>
            <a:lvl7pPr algn="l">
              <a:buNone/>
              <a:defRPr sz="2025" b="1">
                <a:solidFill>
                  <a:srgbClr val="16242B"/>
                </a:solidFill>
                <a:latin typeface="Arial"/>
                <a:ea typeface="Arial"/>
                <a:cs typeface="Arial"/>
              </a:defRPr>
            </a:lvl7pPr>
            <a:lvl8pPr algn="l">
              <a:buNone/>
              <a:defRPr sz="2025" b="1">
                <a:solidFill>
                  <a:srgbClr val="16242B"/>
                </a:solidFill>
                <a:latin typeface="Arial"/>
                <a:ea typeface="Arial"/>
                <a:cs typeface="Arial"/>
              </a:defRPr>
            </a:lvl8pPr>
            <a:lvl9pPr algn="l">
              <a:buNone/>
              <a:defRPr sz="2025" b="1">
                <a:solidFill>
                  <a:srgbClr val="16242B"/>
                </a:solidFill>
                <a:latin typeface="Arial"/>
                <a:ea typeface="Arial"/>
                <a:cs typeface="Arial"/>
              </a:defRPr>
            </a:lvl9pPr>
          </a:lstStyle>
          <a:p xmlns:a="http://schemas.openxmlformats.org/drawingml/2006/main">
            <a:pPr algn="l">
              <a:buNone/>
              <a:defRPr sz="2025" b="1">
                <a:solidFill>
                  <a:srgbClr val="16242B"/>
                </a:solidFill>
                <a:latin typeface="Arial"/>
                <a:ea typeface="Arial"/>
                <a:cs typeface="Arial"/>
              </a:defRPr>
            </a:pPr>
            <a:r>
              <a:rPr sz="2025" b="1">
                <a:solidFill>
                  <a:srgbClr val="16242B"/>
                </a:solidFill>
                <a:latin typeface="Arial"/>
                <a:ea typeface="Arial"/>
                <a:cs typeface="Arial"/>
              </a:rPr>
              <a:t>Recovery</a:t>
            </a:r>
          </a:p>
        </p:txBody>
      </p:sp>
      <p:sp>
        <p:nvSpPr>
          <p:cNvPr id="11" name="package-body-2">
            <a:extLst xmlns:a="http://schemas.openxmlformats.org/drawingml/2006/main">
              <a:ext uri="{FF2B5EF4-FFF2-40B4-BE49-F238E27FC236}">
                <a16:creationId xmlns:a16="http://schemas.microsoft.com/office/drawing/2014/main" id="{E68F89E2-A595-409A-900C-BAED7D7923E7}"/>
              </a:ext>
            </a:extLst>
          </p:cNvPr>
          <p:cNvSpPr>
            <a:spLocks xmlns:a="http://schemas.openxmlformats.org/drawingml/2006/main" noGrp="1"/>
          </p:cNvSpPr>
          <p:nvPr/>
        </p:nvSpPr>
        <p:spPr>
          <a:xfrm xmlns:a="http://schemas.openxmlformats.org/drawingml/2006/main">
            <a:off x="3333750" y="4210050"/>
            <a:ext cx="7972425"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lstStyle xmlns:a="http://schemas.openxmlformats.org/drawingml/2006/main">
            <a:defPPr algn="l">
              <a:defRPr sz="1950" b="0">
                <a:solidFill>
                  <a:srgbClr val="526773"/>
                </a:solidFill>
                <a:latin typeface="Arial"/>
                <a:ea typeface="Arial"/>
                <a:cs typeface="Arial"/>
              </a:defRPr>
            </a:defPPr>
            <a:lvl1pPr algn="l">
              <a:buNone/>
              <a:defRPr sz="1950" b="0">
                <a:solidFill>
                  <a:srgbClr val="526773"/>
                </a:solidFill>
                <a:latin typeface="Arial"/>
                <a:ea typeface="Arial"/>
                <a:cs typeface="Arial"/>
              </a:defRPr>
            </a:lvl1pPr>
            <a:lvl2pPr algn="l">
              <a:buNone/>
              <a:defRPr sz="1950" b="0">
                <a:solidFill>
                  <a:srgbClr val="526773"/>
                </a:solidFill>
                <a:latin typeface="Arial"/>
                <a:ea typeface="Arial"/>
                <a:cs typeface="Arial"/>
              </a:defRPr>
            </a:lvl2pPr>
            <a:lvl3pPr algn="l">
              <a:buNone/>
              <a:defRPr sz="1950" b="0">
                <a:solidFill>
                  <a:srgbClr val="526773"/>
                </a:solidFill>
                <a:latin typeface="Arial"/>
                <a:ea typeface="Arial"/>
                <a:cs typeface="Arial"/>
              </a:defRPr>
            </a:lvl3pPr>
            <a:lvl4pPr algn="l">
              <a:buNone/>
              <a:defRPr sz="1950" b="0">
                <a:solidFill>
                  <a:srgbClr val="526773"/>
                </a:solidFill>
                <a:latin typeface="Arial"/>
                <a:ea typeface="Arial"/>
                <a:cs typeface="Arial"/>
              </a:defRPr>
            </a:lvl4pPr>
            <a:lvl5pPr algn="l">
              <a:buNone/>
              <a:defRPr sz="1950" b="0">
                <a:solidFill>
                  <a:srgbClr val="526773"/>
                </a:solidFill>
                <a:latin typeface="Arial"/>
                <a:ea typeface="Arial"/>
                <a:cs typeface="Arial"/>
              </a:defRPr>
            </a:lvl5pPr>
            <a:lvl6pPr algn="l">
              <a:buNone/>
              <a:defRPr sz="1950" b="0">
                <a:solidFill>
                  <a:srgbClr val="526773"/>
                </a:solidFill>
                <a:latin typeface="Arial"/>
                <a:ea typeface="Arial"/>
                <a:cs typeface="Arial"/>
              </a:defRPr>
            </a:lvl6pPr>
            <a:lvl7pPr algn="l">
              <a:buNone/>
              <a:defRPr sz="1950" b="0">
                <a:solidFill>
                  <a:srgbClr val="526773"/>
                </a:solidFill>
                <a:latin typeface="Arial"/>
                <a:ea typeface="Arial"/>
                <a:cs typeface="Arial"/>
              </a:defRPr>
            </a:lvl7pPr>
            <a:lvl8pPr algn="l">
              <a:buNone/>
              <a:defRPr sz="1950" b="0">
                <a:solidFill>
                  <a:srgbClr val="526773"/>
                </a:solidFill>
                <a:latin typeface="Arial"/>
                <a:ea typeface="Arial"/>
                <a:cs typeface="Arial"/>
              </a:defRPr>
            </a:lvl8pPr>
            <a:lvl9pPr algn="l">
              <a:buNone/>
              <a:defRPr sz="1950" b="0">
                <a:solidFill>
                  <a:srgbClr val="526773"/>
                </a:solidFill>
                <a:latin typeface="Arial"/>
                <a:ea typeface="Arial"/>
                <a:cs typeface="Arial"/>
              </a:defRPr>
            </a:lvl9pPr>
          </a:lstStyle>
          <a:p xmlns:a="http://schemas.openxmlformats.org/drawingml/2006/main">
            <a:pPr algn="l">
              <a:buNone/>
              <a:defRPr sz="1950" b="0">
                <a:solidFill>
                  <a:srgbClr val="526773"/>
                </a:solidFill>
                <a:latin typeface="Arial"/>
                <a:ea typeface="Arial"/>
                <a:cs typeface="Arial"/>
              </a:defRPr>
            </a:pPr>
            <a:r>
              <a:rPr sz="1950" b="0">
                <a:solidFill>
                  <a:srgbClr val="526773"/>
                </a:solidFill>
                <a:latin typeface="Arial"/>
                <a:ea typeface="Arial"/>
                <a:cs typeface="Arial"/>
              </a:rPr>
              <a:t>Keep the last valid render until its replacement succeeds.</a:t>
            </a:r>
          </a:p>
        </p:txBody>
      </p:sp>
      <p:sp>
        <p:nvSpPr>
          <p:cNvPr id="12" name="package-rule-2">
            <a:extLst xmlns:a="http://schemas.openxmlformats.org/drawingml/2006/main">
              <a:ext uri="{FF2B5EF4-FFF2-40B4-BE49-F238E27FC236}">
                <a16:creationId xmlns:a16="http://schemas.microsoft.com/office/drawing/2014/main" id="{CB85A2AF-806B-4A69-B81F-8C6932568601}"/>
              </a:ext>
            </a:extLst>
          </p:cNvPr>
          <p:cNvSpPr>
            <a:spLocks xmlns:a="http://schemas.openxmlformats.org/drawingml/2006/main" noGrp="1"/>
          </p:cNvSpPr>
          <p:nvPr/>
        </p:nvSpPr>
        <p:spPr>
          <a:xfrm xmlns:a="http://schemas.openxmlformats.org/drawingml/2006/main">
            <a:off x="666750" y="4791075"/>
            <a:ext cx="10610850" cy="0"/>
          </a:xfrm>
          <a:prstGeom xmlns:a="http://schemas.openxmlformats.org/drawingml/2006/main" prst="line">
            <a:avLst/>
          </a:prstGeom>
          <a:noFill xmlns:a="http://schemas.openxmlformats.org/drawingml/2006/main"/>
          <a:ln xmlns:a="http://schemas.openxmlformats.org/drawingml/2006/main" w="14288">
            <a:solidFill>
              <a:srgbClr val="A8BAC5"/>
            </a:solidFill>
            <a:prstDash val="solid"/>
          </a:ln>
        </p:spPr>
      </p:sp>
      <p:sp>
        <p:nvSpPr>
          <p:cNvPr id="13" name="package-label-3">
            <a:extLst xmlns:a="http://schemas.openxmlformats.org/drawingml/2006/main">
              <a:ext uri="{FF2B5EF4-FFF2-40B4-BE49-F238E27FC236}">
                <a16:creationId xmlns:a16="http://schemas.microsoft.com/office/drawing/2014/main" id="{F865C6F1-67D2-4E6C-B622-1D8F54AF598A}"/>
              </a:ext>
            </a:extLst>
          </p:cNvPr>
          <p:cNvSpPr>
            <a:spLocks xmlns:a="http://schemas.openxmlformats.org/drawingml/2006/main" noGrp="1"/>
          </p:cNvSpPr>
          <p:nvPr/>
        </p:nvSpPr>
        <p:spPr>
          <a:xfrm xmlns:a="http://schemas.openxmlformats.org/drawingml/2006/main">
            <a:off x="666750" y="4905375"/>
            <a:ext cx="245745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lstStyle xmlns:a="http://schemas.openxmlformats.org/drawingml/2006/main">
            <a:defPPr algn="l">
              <a:defRPr sz="2025" b="1">
                <a:solidFill>
                  <a:srgbClr val="16242B"/>
                </a:solidFill>
                <a:latin typeface="Arial"/>
                <a:ea typeface="Arial"/>
                <a:cs typeface="Arial"/>
              </a:defRPr>
            </a:defPPr>
            <a:lvl1pPr algn="l">
              <a:buNone/>
              <a:defRPr sz="2025" b="1">
                <a:solidFill>
                  <a:srgbClr val="16242B"/>
                </a:solidFill>
                <a:latin typeface="Arial"/>
                <a:ea typeface="Arial"/>
                <a:cs typeface="Arial"/>
              </a:defRPr>
            </a:lvl1pPr>
            <a:lvl2pPr algn="l">
              <a:buNone/>
              <a:defRPr sz="2025" b="1">
                <a:solidFill>
                  <a:srgbClr val="16242B"/>
                </a:solidFill>
                <a:latin typeface="Arial"/>
                <a:ea typeface="Arial"/>
                <a:cs typeface="Arial"/>
              </a:defRPr>
            </a:lvl2pPr>
            <a:lvl3pPr algn="l">
              <a:buNone/>
              <a:defRPr sz="2025" b="1">
                <a:solidFill>
                  <a:srgbClr val="16242B"/>
                </a:solidFill>
                <a:latin typeface="Arial"/>
                <a:ea typeface="Arial"/>
                <a:cs typeface="Arial"/>
              </a:defRPr>
            </a:lvl3pPr>
            <a:lvl4pPr algn="l">
              <a:buNone/>
              <a:defRPr sz="2025" b="1">
                <a:solidFill>
                  <a:srgbClr val="16242B"/>
                </a:solidFill>
                <a:latin typeface="Arial"/>
                <a:ea typeface="Arial"/>
                <a:cs typeface="Arial"/>
              </a:defRPr>
            </a:lvl4pPr>
            <a:lvl5pPr algn="l">
              <a:buNone/>
              <a:defRPr sz="2025" b="1">
                <a:solidFill>
                  <a:srgbClr val="16242B"/>
                </a:solidFill>
                <a:latin typeface="Arial"/>
                <a:ea typeface="Arial"/>
                <a:cs typeface="Arial"/>
              </a:defRPr>
            </a:lvl5pPr>
            <a:lvl6pPr algn="l">
              <a:buNone/>
              <a:defRPr sz="2025" b="1">
                <a:solidFill>
                  <a:srgbClr val="16242B"/>
                </a:solidFill>
                <a:latin typeface="Arial"/>
                <a:ea typeface="Arial"/>
                <a:cs typeface="Arial"/>
              </a:defRPr>
            </a:lvl6pPr>
            <a:lvl7pPr algn="l">
              <a:buNone/>
              <a:defRPr sz="2025" b="1">
                <a:solidFill>
                  <a:srgbClr val="16242B"/>
                </a:solidFill>
                <a:latin typeface="Arial"/>
                <a:ea typeface="Arial"/>
                <a:cs typeface="Arial"/>
              </a:defRPr>
            </a:lvl7pPr>
            <a:lvl8pPr algn="l">
              <a:buNone/>
              <a:defRPr sz="2025" b="1">
                <a:solidFill>
                  <a:srgbClr val="16242B"/>
                </a:solidFill>
                <a:latin typeface="Arial"/>
                <a:ea typeface="Arial"/>
                <a:cs typeface="Arial"/>
              </a:defRPr>
            </a:lvl8pPr>
            <a:lvl9pPr algn="l">
              <a:buNone/>
              <a:defRPr sz="2025" b="1">
                <a:solidFill>
                  <a:srgbClr val="16242B"/>
                </a:solidFill>
                <a:latin typeface="Arial"/>
                <a:ea typeface="Arial"/>
                <a:cs typeface="Arial"/>
              </a:defRPr>
            </a:lvl9pPr>
          </a:lstStyle>
          <a:p xmlns:a="http://schemas.openxmlformats.org/drawingml/2006/main">
            <a:pPr algn="l">
              <a:buNone/>
              <a:defRPr sz="2025" b="1">
                <a:solidFill>
                  <a:srgbClr val="16242B"/>
                </a:solidFill>
                <a:latin typeface="Arial"/>
                <a:ea typeface="Arial"/>
                <a:cs typeface="Arial"/>
              </a:defRPr>
            </a:pPr>
            <a:r>
              <a:rPr sz="2025" b="1">
                <a:solidFill>
                  <a:srgbClr val="16242B"/>
                </a:solidFill>
                <a:latin typeface="Arial"/>
                <a:ea typeface="Arial"/>
                <a:cs typeface="Arial"/>
              </a:rPr>
              <a:t>Evidence</a:t>
            </a:r>
          </a:p>
        </p:txBody>
      </p:sp>
      <p:sp>
        <p:nvSpPr>
          <p:cNvPr id="14" name="package-body-3">
            <a:extLst xmlns:a="http://schemas.openxmlformats.org/drawingml/2006/main">
              <a:ext uri="{FF2B5EF4-FFF2-40B4-BE49-F238E27FC236}">
                <a16:creationId xmlns:a16="http://schemas.microsoft.com/office/drawing/2014/main" id="{027C68BF-D7E6-4690-8ACC-AA8E953B4BFB}"/>
              </a:ext>
            </a:extLst>
          </p:cNvPr>
          <p:cNvSpPr>
            <a:spLocks xmlns:a="http://schemas.openxmlformats.org/drawingml/2006/main" noGrp="1"/>
          </p:cNvSpPr>
          <p:nvPr/>
        </p:nvSpPr>
        <p:spPr>
          <a:xfrm xmlns:a="http://schemas.openxmlformats.org/drawingml/2006/main">
            <a:off x="3333750" y="4905375"/>
            <a:ext cx="7972425"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ctr"/>
          <a:lstStyle xmlns:a="http://schemas.openxmlformats.org/drawingml/2006/main">
            <a:defPPr algn="l">
              <a:defRPr sz="1950" b="0">
                <a:solidFill>
                  <a:srgbClr val="526773"/>
                </a:solidFill>
                <a:latin typeface="Arial"/>
                <a:ea typeface="Arial"/>
                <a:cs typeface="Arial"/>
              </a:defRPr>
            </a:defPPr>
            <a:lvl1pPr algn="l">
              <a:buNone/>
              <a:defRPr sz="1950" b="0">
                <a:solidFill>
                  <a:srgbClr val="526773"/>
                </a:solidFill>
                <a:latin typeface="Arial"/>
                <a:ea typeface="Arial"/>
                <a:cs typeface="Arial"/>
              </a:defRPr>
            </a:lvl1pPr>
            <a:lvl2pPr algn="l">
              <a:buNone/>
              <a:defRPr sz="1950" b="0">
                <a:solidFill>
                  <a:srgbClr val="526773"/>
                </a:solidFill>
                <a:latin typeface="Arial"/>
                <a:ea typeface="Arial"/>
                <a:cs typeface="Arial"/>
              </a:defRPr>
            </a:lvl2pPr>
            <a:lvl3pPr algn="l">
              <a:buNone/>
              <a:defRPr sz="1950" b="0">
                <a:solidFill>
                  <a:srgbClr val="526773"/>
                </a:solidFill>
                <a:latin typeface="Arial"/>
                <a:ea typeface="Arial"/>
                <a:cs typeface="Arial"/>
              </a:defRPr>
            </a:lvl3pPr>
            <a:lvl4pPr algn="l">
              <a:buNone/>
              <a:defRPr sz="1950" b="0">
                <a:solidFill>
                  <a:srgbClr val="526773"/>
                </a:solidFill>
                <a:latin typeface="Arial"/>
                <a:ea typeface="Arial"/>
                <a:cs typeface="Arial"/>
              </a:defRPr>
            </a:lvl4pPr>
            <a:lvl5pPr algn="l">
              <a:buNone/>
              <a:defRPr sz="1950" b="0">
                <a:solidFill>
                  <a:srgbClr val="526773"/>
                </a:solidFill>
                <a:latin typeface="Arial"/>
                <a:ea typeface="Arial"/>
                <a:cs typeface="Arial"/>
              </a:defRPr>
            </a:lvl5pPr>
            <a:lvl6pPr algn="l">
              <a:buNone/>
              <a:defRPr sz="1950" b="0">
                <a:solidFill>
                  <a:srgbClr val="526773"/>
                </a:solidFill>
                <a:latin typeface="Arial"/>
                <a:ea typeface="Arial"/>
                <a:cs typeface="Arial"/>
              </a:defRPr>
            </a:lvl6pPr>
            <a:lvl7pPr algn="l">
              <a:buNone/>
              <a:defRPr sz="1950" b="0">
                <a:solidFill>
                  <a:srgbClr val="526773"/>
                </a:solidFill>
                <a:latin typeface="Arial"/>
                <a:ea typeface="Arial"/>
                <a:cs typeface="Arial"/>
              </a:defRPr>
            </a:lvl7pPr>
            <a:lvl8pPr algn="l">
              <a:buNone/>
              <a:defRPr sz="1950" b="0">
                <a:solidFill>
                  <a:srgbClr val="526773"/>
                </a:solidFill>
                <a:latin typeface="Arial"/>
                <a:ea typeface="Arial"/>
                <a:cs typeface="Arial"/>
              </a:defRPr>
            </a:lvl8pPr>
            <a:lvl9pPr algn="l">
              <a:buNone/>
              <a:defRPr sz="1950" b="0">
                <a:solidFill>
                  <a:srgbClr val="526773"/>
                </a:solidFill>
                <a:latin typeface="Arial"/>
                <a:ea typeface="Arial"/>
                <a:cs typeface="Arial"/>
              </a:defRPr>
            </a:lvl9pPr>
          </a:lstStyle>
          <a:p xmlns:a="http://schemas.openxmlformats.org/drawingml/2006/main">
            <a:pPr algn="l">
              <a:buNone/>
              <a:defRPr sz="1950" b="0">
                <a:solidFill>
                  <a:srgbClr val="526773"/>
                </a:solidFill>
                <a:latin typeface="Arial"/>
                <a:ea typeface="Arial"/>
                <a:cs typeface="Arial"/>
              </a:defRPr>
            </a:pPr>
            <a:r>
              <a:rPr sz="1950" b="0">
                <a:solidFill>
                  <a:srgbClr val="526773"/>
                </a:solidFill>
                <a:latin typeface="Arial"/>
                <a:ea typeface="Arial"/>
                <a:cs typeface="Arial"/>
              </a:rPr>
              <a:t>Separate passed, failed and unavailable checks.</a:t>
            </a:r>
          </a:p>
        </p:txBody>
      </p:sp>
    </p:spTree>
    <p:extLst>
      <p:ext uri="{BB962C8B-B14F-4D97-AF65-F5344CB8AC3E}">
        <p14:creationId xmlns:p14="http://schemas.microsoft.com/office/powerpoint/2010/main" val="225114935"/>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2026-10-23T20:49:17.0490000Z</dcterms:created>
  <dcterms:modified xsi:type="dcterms:W3CDTF">2026-10-23T20:49:17.0490000Z</dcterms:modified>
</coreProperties>
</file>